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前提" id="{e0b539b7-48e6-803d-ea4c-1bb12c6dcd0d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土日祝</c:v>
                </c:pt>
              </c:strCache>
            </c:strRef>
          </c:tx>
          <c:spPr>
            <a:solidFill>
              <a:srgbClr val="E9EC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Sheet1!$B$2:$B$78</c:f>
              <c:numCache>
                <c:formatCode>General</c:formatCode>
                <c:ptCount val="77"/>
                <c:pt idx="3">
                  <c:v>9</c:v>
                </c:pt>
                <c:pt idx="4">
                  <c:v>9</c:v>
                </c:pt>
                <c:pt idx="10">
                  <c:v>9</c:v>
                </c:pt>
                <c:pt idx="11">
                  <c:v>9</c:v>
                </c:pt>
                <c:pt idx="13">
                  <c:v>9</c:v>
                </c:pt>
                <c:pt idx="17">
                  <c:v>9</c:v>
                </c:pt>
                <c:pt idx="18">
                  <c:v>9</c:v>
                </c:pt>
                <c:pt idx="24">
                  <c:v>9</c:v>
                </c:pt>
                <c:pt idx="25">
                  <c:v>9</c:v>
                </c:pt>
                <c:pt idx="31">
                  <c:v>9</c:v>
                </c:pt>
                <c:pt idx="32">
                  <c:v>9</c:v>
                </c:pt>
                <c:pt idx="38">
                  <c:v>9</c:v>
                </c:pt>
                <c:pt idx="39">
                  <c:v>9</c:v>
                </c:pt>
                <c:pt idx="45">
                  <c:v>9</c:v>
                </c:pt>
                <c:pt idx="46">
                  <c:v>9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</c:v>
                </c:pt>
                <c:pt idx="59">
                  <c:v>9</c:v>
                </c:pt>
                <c:pt idx="60">
                  <c:v>9</c:v>
                </c:pt>
                <c:pt idx="66">
                  <c:v>9</c:v>
                </c:pt>
                <c:pt idx="67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列3（3台の平均）</c:v>
                </c:pt>
              </c:strCache>
            </c:strRef>
          </c:tx>
          <c:spPr>
            <a:solidFill>
              <a:srgbClr val="5E6B7A"/>
            </a:solidFill>
            <a:ln w="22225" cap="flat">
              <a:solidFill>
                <a:srgbClr val="5E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1B8AA"/>
              </a:solidFill>
              <a:ln w="9525" cap="flat">
                <a:solidFill>
                  <a:srgbClr val="5E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Sheet1!$C$2:$C$78</c:f>
              <c:numCache>
                <c:formatCode>General</c:formatCode>
                <c:ptCount val="77"/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8.33</c:v>
                </c:pt>
                <c:pt idx="7">
                  <c:v>8.33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9</c:v>
                </c:pt>
                <c:pt idx="12">
                  <c:v>9</c:v>
                </c:pt>
                <c:pt idx="13">
                  <c:v>8.33</c:v>
                </c:pt>
                <c:pt idx="14">
                  <c:v>9</c:v>
                </c:pt>
                <c:pt idx="15">
                  <c:v>8.67</c:v>
                </c:pt>
                <c:pt idx="16">
                  <c:v>8.67</c:v>
                </c:pt>
                <c:pt idx="17">
                  <c:v>9</c:v>
                </c:pt>
                <c:pt idx="18">
                  <c:v>9</c:v>
                </c:pt>
                <c:pt idx="19">
                  <c:v>8</c:v>
                </c:pt>
                <c:pt idx="20">
                  <c:v>9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8.33</c:v>
                </c:pt>
                <c:pt idx="25">
                  <c:v>9</c:v>
                </c:pt>
                <c:pt idx="26">
                  <c:v>8.67</c:v>
                </c:pt>
                <c:pt idx="27">
                  <c:v>9</c:v>
                </c:pt>
                <c:pt idx="28">
                  <c:v>9</c:v>
                </c:pt>
                <c:pt idx="29">
                  <c:v>9</c:v>
                </c:pt>
                <c:pt idx="30">
                  <c:v>9</c:v>
                </c:pt>
                <c:pt idx="31">
                  <c:v>9</c:v>
                </c:pt>
                <c:pt idx="32">
                  <c:v>7.5</c:v>
                </c:pt>
                <c:pt idx="33">
                  <c:v>7.5</c:v>
                </c:pt>
                <c:pt idx="34">
                  <c:v>8</c:v>
                </c:pt>
                <c:pt idx="35">
                  <c:v>9</c:v>
                </c:pt>
                <c:pt idx="36">
                  <c:v>9</c:v>
                </c:pt>
                <c:pt idx="37">
                  <c:v>8</c:v>
                </c:pt>
                <c:pt idx="38">
                  <c:v>7</c:v>
                </c:pt>
                <c:pt idx="39">
                  <c:v>4.5</c:v>
                </c:pt>
                <c:pt idx="40">
                  <c:v>4</c:v>
                </c:pt>
                <c:pt idx="41">
                  <c:v>8.67</c:v>
                </c:pt>
                <c:pt idx="42">
                  <c:v>8.33</c:v>
                </c:pt>
                <c:pt idx="43">
                  <c:v>3</c:v>
                </c:pt>
                <c:pt idx="44">
                  <c:v>2</c:v>
                </c:pt>
                <c:pt idx="45">
                  <c:v>2.67</c:v>
                </c:pt>
                <c:pt idx="46">
                  <c:v>4.67</c:v>
                </c:pt>
                <c:pt idx="47">
                  <c:v>8</c:v>
                </c:pt>
                <c:pt idx="48">
                  <c:v>8</c:v>
                </c:pt>
                <c:pt idx="49">
                  <c:v>0</c:v>
                </c:pt>
                <c:pt idx="50">
                  <c:v>5.5</c:v>
                </c:pt>
                <c:pt idx="51">
                  <c:v>4.5</c:v>
                </c:pt>
                <c:pt idx="52">
                  <c:v>4</c:v>
                </c:pt>
                <c:pt idx="53">
                  <c:v>2.5</c:v>
                </c:pt>
                <c:pt idx="54">
                  <c:v>0.5</c:v>
                </c:pt>
                <c:pt idx="55">
                  <c:v>8.5</c:v>
                </c:pt>
                <c:pt idx="56">
                  <c:v>1.67</c:v>
                </c:pt>
                <c:pt idx="57">
                  <c:v>8.33</c:v>
                </c:pt>
                <c:pt idx="58">
                  <c:v>8.67</c:v>
                </c:pt>
                <c:pt idx="59">
                  <c:v>2</c:v>
                </c:pt>
                <c:pt idx="60">
                  <c:v>4</c:v>
                </c:pt>
                <c:pt idx="61">
                  <c:v>5</c:v>
                </c:pt>
                <c:pt idx="62">
                  <c:v>1.33</c:v>
                </c:pt>
                <c:pt idx="63">
                  <c:v>0</c:v>
                </c:pt>
                <c:pt idx="64">
                  <c:v>7.33</c:v>
                </c:pt>
                <c:pt idx="65">
                  <c:v>1</c:v>
                </c:pt>
                <c:pt idx="66">
                  <c:v>3.67</c:v>
                </c:pt>
                <c:pt idx="67">
                  <c:v>0.33</c:v>
                </c:pt>
                <c:pt idx="68">
                  <c:v>1</c:v>
                </c:pt>
                <c:pt idx="69">
                  <c:v>6</c:v>
                </c:pt>
                <c:pt idx="70">
                  <c:v>2.33</c:v>
                </c:pt>
                <c:pt idx="71">
                  <c:v>4.67</c:v>
                </c:pt>
                <c:pt idx="72">
                  <c:v>6.67</c:v>
                </c:pt>
                <c:pt idx="73">
                  <c:v>7</c:v>
                </c:pt>
                <c:pt idx="74">
                  <c:v>5.67</c:v>
                </c:pt>
                <c:pt idx="75">
                  <c:v>5.33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列8（3台の平均）</c:v>
                </c:pt>
              </c:strCache>
            </c:strRef>
          </c:tx>
          <c:spPr>
            <a:solidFill>
              <a:srgbClr val="01B8AA"/>
            </a:solidFill>
            <a:ln w="22225" cap="flat">
              <a:solidFill>
                <a:srgbClr val="01B8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8DFF"/>
              </a:solidFill>
              <a:ln w="9525" cap="flat">
                <a:solidFill>
                  <a:srgbClr val="01B8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Sheet1!$D$2:$D$78</c:f>
              <c:numCache>
                <c:formatCode>General</c:formatCode>
                <c:ptCount val="77"/>
                <c:pt idx="1">
                  <c:v>8.33</c:v>
                </c:pt>
                <c:pt idx="2">
                  <c:v>7.33</c:v>
                </c:pt>
                <c:pt idx="3">
                  <c:v>4.67</c:v>
                </c:pt>
                <c:pt idx="4">
                  <c:v>3.67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8</c:v>
                </c:pt>
                <c:pt idx="9">
                  <c:v>8.33</c:v>
                </c:pt>
                <c:pt idx="10">
                  <c:v>3.33</c:v>
                </c:pt>
                <c:pt idx="11">
                  <c:v>1.33</c:v>
                </c:pt>
                <c:pt idx="12">
                  <c:v>4.67</c:v>
                </c:pt>
                <c:pt idx="13">
                  <c:v>0.67</c:v>
                </c:pt>
                <c:pt idx="14">
                  <c:v>5</c:v>
                </c:pt>
                <c:pt idx="15">
                  <c:v>3.67</c:v>
                </c:pt>
                <c:pt idx="16">
                  <c:v>3.5</c:v>
                </c:pt>
                <c:pt idx="17">
                  <c:v>0.5</c:v>
                </c:pt>
                <c:pt idx="18">
                  <c:v>0</c:v>
                </c:pt>
                <c:pt idx="19">
                  <c:v>7.5</c:v>
                </c:pt>
                <c:pt idx="20">
                  <c:v>8</c:v>
                </c:pt>
                <c:pt idx="21">
                  <c:v>7.5</c:v>
                </c:pt>
                <c:pt idx="22">
                  <c:v>7.5</c:v>
                </c:pt>
                <c:pt idx="23">
                  <c:v>7.5</c:v>
                </c:pt>
                <c:pt idx="24">
                  <c:v>3</c:v>
                </c:pt>
                <c:pt idx="25">
                  <c:v>4</c:v>
                </c:pt>
                <c:pt idx="26">
                  <c:v>8.5</c:v>
                </c:pt>
                <c:pt idx="27">
                  <c:v>8.5</c:v>
                </c:pt>
                <c:pt idx="28">
                  <c:v>8.5</c:v>
                </c:pt>
                <c:pt idx="29">
                  <c:v>7</c:v>
                </c:pt>
                <c:pt idx="30">
                  <c:v>6</c:v>
                </c:pt>
                <c:pt idx="31">
                  <c:v>1.67</c:v>
                </c:pt>
                <c:pt idx="32">
                  <c:v>3.67</c:v>
                </c:pt>
                <c:pt idx="33">
                  <c:v>7</c:v>
                </c:pt>
                <c:pt idx="34">
                  <c:v>7.33</c:v>
                </c:pt>
                <c:pt idx="35">
                  <c:v>7.33</c:v>
                </c:pt>
                <c:pt idx="36">
                  <c:v>6.33</c:v>
                </c:pt>
                <c:pt idx="37">
                  <c:v>5.67</c:v>
                </c:pt>
                <c:pt idx="38">
                  <c:v>3.33</c:v>
                </c:pt>
                <c:pt idx="39">
                  <c:v>0</c:v>
                </c:pt>
                <c:pt idx="40">
                  <c:v>6</c:v>
                </c:pt>
                <c:pt idx="41">
                  <c:v>7.67</c:v>
                </c:pt>
                <c:pt idx="42">
                  <c:v>6.33</c:v>
                </c:pt>
                <c:pt idx="43">
                  <c:v>4.33</c:v>
                </c:pt>
                <c:pt idx="44">
                  <c:v>3.33</c:v>
                </c:pt>
                <c:pt idx="45">
                  <c:v>2</c:v>
                </c:pt>
                <c:pt idx="46">
                  <c:v>1.67</c:v>
                </c:pt>
                <c:pt idx="47">
                  <c:v>6.67</c:v>
                </c:pt>
                <c:pt idx="48">
                  <c:v>7.33</c:v>
                </c:pt>
                <c:pt idx="49">
                  <c:v>2.33</c:v>
                </c:pt>
                <c:pt idx="50">
                  <c:v>6.33</c:v>
                </c:pt>
                <c:pt idx="51">
                  <c:v>6.67</c:v>
                </c:pt>
                <c:pt idx="52">
                  <c:v>2</c:v>
                </c:pt>
                <c:pt idx="53">
                  <c:v>0</c:v>
                </c:pt>
                <c:pt idx="54">
                  <c:v>0</c:v>
                </c:pt>
                <c:pt idx="55">
                  <c:v>4.67</c:v>
                </c:pt>
                <c:pt idx="56">
                  <c:v>0.33</c:v>
                </c:pt>
                <c:pt idx="57">
                  <c:v>8.33</c:v>
                </c:pt>
                <c:pt idx="58">
                  <c:v>8</c:v>
                </c:pt>
                <c:pt idx="59">
                  <c:v>0.67</c:v>
                </c:pt>
                <c:pt idx="60">
                  <c:v>0.67</c:v>
                </c:pt>
                <c:pt idx="61">
                  <c:v>5</c:v>
                </c:pt>
                <c:pt idx="62">
                  <c:v>1.67</c:v>
                </c:pt>
                <c:pt idx="63">
                  <c:v>3</c:v>
                </c:pt>
                <c:pt idx="64">
                  <c:v>8.67</c:v>
                </c:pt>
                <c:pt idx="65">
                  <c:v>2.33</c:v>
                </c:pt>
                <c:pt idx="66">
                  <c:v>3.33</c:v>
                </c:pt>
                <c:pt idx="67">
                  <c:v>3.33</c:v>
                </c:pt>
                <c:pt idx="68">
                  <c:v>2</c:v>
                </c:pt>
                <c:pt idx="69">
                  <c:v>6</c:v>
                </c:pt>
                <c:pt idx="70">
                  <c:v>4.33</c:v>
                </c:pt>
                <c:pt idx="71">
                  <c:v>6.67</c:v>
                </c:pt>
                <c:pt idx="72">
                  <c:v>7</c:v>
                </c:pt>
                <c:pt idx="73">
                  <c:v>6.33</c:v>
                </c:pt>
                <c:pt idx="74">
                  <c:v>5.33</c:v>
                </c:pt>
                <c:pt idx="75">
                  <c:v>5.33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列11（3台の平均）</c:v>
                </c:pt>
              </c:strCache>
            </c:strRef>
          </c:tx>
          <c:spPr>
            <a:solidFill>
              <a:srgbClr val="118DFF"/>
            </a:solidFill>
            <a:ln w="22225" cap="flat">
              <a:solidFill>
                <a:srgbClr val="118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1B8AA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Sheet1!$E$2:$E$78</c:f>
              <c:numCache>
                <c:formatCode>General</c:formatCode>
                <c:ptCount val="77"/>
                <c:pt idx="1">
                  <c:v>8</c:v>
                </c:pt>
                <c:pt idx="2">
                  <c:v>7.67</c:v>
                </c:pt>
                <c:pt idx="3">
                  <c:v>7.33</c:v>
                </c:pt>
                <c:pt idx="4">
                  <c:v>6.67</c:v>
                </c:pt>
                <c:pt idx="5">
                  <c:v>7</c:v>
                </c:pt>
                <c:pt idx="6">
                  <c:v>6.33</c:v>
                </c:pt>
                <c:pt idx="7">
                  <c:v>7</c:v>
                </c:pt>
                <c:pt idx="8">
                  <c:v>7.33</c:v>
                </c:pt>
                <c:pt idx="9">
                  <c:v>7.67</c:v>
                </c:pt>
                <c:pt idx="10">
                  <c:v>7</c:v>
                </c:pt>
                <c:pt idx="11">
                  <c:v>4.67</c:v>
                </c:pt>
                <c:pt idx="12">
                  <c:v>7.67</c:v>
                </c:pt>
                <c:pt idx="13">
                  <c:v>3.67</c:v>
                </c:pt>
                <c:pt idx="14">
                  <c:v>7.67</c:v>
                </c:pt>
                <c:pt idx="15">
                  <c:v>6</c:v>
                </c:pt>
                <c:pt idx="16">
                  <c:v>5.33</c:v>
                </c:pt>
                <c:pt idx="17">
                  <c:v>4.33</c:v>
                </c:pt>
                <c:pt idx="18">
                  <c:v>6</c:v>
                </c:pt>
                <c:pt idx="19">
                  <c:v>6.67</c:v>
                </c:pt>
                <c:pt idx="20">
                  <c:v>7.67</c:v>
                </c:pt>
                <c:pt idx="21">
                  <c:v>7.67</c:v>
                </c:pt>
                <c:pt idx="22">
                  <c:v>7.33</c:v>
                </c:pt>
                <c:pt idx="23">
                  <c:v>8</c:v>
                </c:pt>
                <c:pt idx="24">
                  <c:v>5.33</c:v>
                </c:pt>
                <c:pt idx="25">
                  <c:v>5</c:v>
                </c:pt>
                <c:pt idx="26">
                  <c:v>8.67</c:v>
                </c:pt>
                <c:pt idx="27">
                  <c:v>8.67</c:v>
                </c:pt>
                <c:pt idx="28">
                  <c:v>8.67</c:v>
                </c:pt>
                <c:pt idx="29">
                  <c:v>7.67</c:v>
                </c:pt>
                <c:pt idx="30">
                  <c:v>8.67</c:v>
                </c:pt>
                <c:pt idx="31">
                  <c:v>3</c:v>
                </c:pt>
                <c:pt idx="32">
                  <c:v>5</c:v>
                </c:pt>
                <c:pt idx="33">
                  <c:v>6</c:v>
                </c:pt>
                <c:pt idx="34">
                  <c:v>6.33</c:v>
                </c:pt>
                <c:pt idx="35">
                  <c:v>7</c:v>
                </c:pt>
                <c:pt idx="36">
                  <c:v>7.33</c:v>
                </c:pt>
                <c:pt idx="37">
                  <c:v>5.67</c:v>
                </c:pt>
                <c:pt idx="38">
                  <c:v>5.33</c:v>
                </c:pt>
                <c:pt idx="39">
                  <c:v>2</c:v>
                </c:pt>
                <c:pt idx="40">
                  <c:v>3.67</c:v>
                </c:pt>
                <c:pt idx="41">
                  <c:v>6.67</c:v>
                </c:pt>
                <c:pt idx="42">
                  <c:v>4.33</c:v>
                </c:pt>
                <c:pt idx="43">
                  <c:v>7</c:v>
                </c:pt>
                <c:pt idx="44">
                  <c:v>5.33</c:v>
                </c:pt>
                <c:pt idx="45">
                  <c:v>5.67</c:v>
                </c:pt>
                <c:pt idx="46">
                  <c:v>5</c:v>
                </c:pt>
                <c:pt idx="47">
                  <c:v>6.33</c:v>
                </c:pt>
                <c:pt idx="65">
                  <c:v>2</c:v>
                </c:pt>
                <c:pt idx="66">
                  <c:v>4.33</c:v>
                </c:pt>
                <c:pt idx="67">
                  <c:v>4.33</c:v>
                </c:pt>
                <c:pt idx="68">
                  <c:v>5.33</c:v>
                </c:pt>
                <c:pt idx="69">
                  <c:v>6.67</c:v>
                </c:pt>
                <c:pt idx="70">
                  <c:v>6</c:v>
                </c:pt>
                <c:pt idx="71">
                  <c:v>8.33</c:v>
                </c:pt>
                <c:pt idx="72">
                  <c:v>6.67</c:v>
                </c:pt>
                <c:pt idx="73">
                  <c:v>6.33</c:v>
                </c:pt>
                <c:pt idx="74">
                  <c:v>6.67</c:v>
                </c:pt>
                <c:pt idx="75">
                  <c:v>6.67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5E6B7A"/>
                    </a:solidFill>
                    <a:latin typeface="+mn-lt"/>
                  </a:defRPr>
                </a:pPr>
                <a:r>
                  <a:rPr sz="800" b="0" i="0" u="none" strike="noStrike">
                    <a:solidFill>
                      <a:srgbClr val="5E6B7A"/>
                    </a:solidFill>
                    <a:latin typeface="+mn-lt"/>
                  </a:rPr>
                  <a:t>時間（9時間中）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172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土日祝</c:v>
                </c:pt>
              </c:strCache>
            </c:strRef>
          </c:tx>
          <c:spPr>
            <a:solidFill>
              <a:srgbClr val="E9EC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Sheet1!$B$2:$B$78</c:f>
              <c:numCache>
                <c:formatCode>General</c:formatCode>
                <c:ptCount val="77"/>
                <c:pt idx="3">
                  <c:v>9</c:v>
                </c:pt>
                <c:pt idx="4">
                  <c:v>9</c:v>
                </c:pt>
                <c:pt idx="10">
                  <c:v>9</c:v>
                </c:pt>
                <c:pt idx="11">
                  <c:v>9</c:v>
                </c:pt>
                <c:pt idx="13">
                  <c:v>9</c:v>
                </c:pt>
                <c:pt idx="17">
                  <c:v>9</c:v>
                </c:pt>
                <c:pt idx="18">
                  <c:v>9</c:v>
                </c:pt>
                <c:pt idx="24">
                  <c:v>9</c:v>
                </c:pt>
                <c:pt idx="25">
                  <c:v>9</c:v>
                </c:pt>
                <c:pt idx="31">
                  <c:v>9</c:v>
                </c:pt>
                <c:pt idx="32">
                  <c:v>9</c:v>
                </c:pt>
                <c:pt idx="38">
                  <c:v>9</c:v>
                </c:pt>
                <c:pt idx="39">
                  <c:v>9</c:v>
                </c:pt>
                <c:pt idx="45">
                  <c:v>9</c:v>
                </c:pt>
                <c:pt idx="46">
                  <c:v>9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</c:v>
                </c:pt>
                <c:pt idx="59">
                  <c:v>9</c:v>
                </c:pt>
                <c:pt idx="60">
                  <c:v>9</c:v>
                </c:pt>
                <c:pt idx="66">
                  <c:v>9</c:v>
                </c:pt>
                <c:pt idx="67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3-1</c:v>
                </c:pt>
              </c:strCache>
            </c:strRef>
          </c:tx>
          <c:spPr>
            <a:solidFill>
              <a:srgbClr val="22354F"/>
            </a:solidFill>
            <a:ln w="15875" cap="flat">
              <a:solidFill>
                <a:srgbClr val="2235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E6B7A"/>
              </a:solidFill>
              <a:ln w="9525" cap="flat">
                <a:solidFill>
                  <a:srgbClr val="2235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Sheet1!$C$2:$C$78</c:f>
              <c:numCache>
                <c:formatCode>General</c:formatCode>
                <c:ptCount val="77"/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8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9</c:v>
                </c:pt>
                <c:pt idx="12">
                  <c:v>9</c:v>
                </c:pt>
                <c:pt idx="13">
                  <c:v>8</c:v>
                </c:pt>
                <c:pt idx="14">
                  <c:v>9</c:v>
                </c:pt>
                <c:pt idx="15">
                  <c:v>8</c:v>
                </c:pt>
                <c:pt idx="16">
                  <c:v>9</c:v>
                </c:pt>
                <c:pt idx="17">
                  <c:v>9</c:v>
                </c:pt>
                <c:pt idx="18">
                  <c:v>9</c:v>
                </c:pt>
                <c:pt idx="19">
                  <c:v>8</c:v>
                </c:pt>
                <c:pt idx="20">
                  <c:v>9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9</c:v>
                </c:pt>
                <c:pt idx="25">
                  <c:v>9</c:v>
                </c:pt>
                <c:pt idx="26">
                  <c:v>9</c:v>
                </c:pt>
                <c:pt idx="27">
                  <c:v>9</c:v>
                </c:pt>
                <c:pt idx="28">
                  <c:v>9</c:v>
                </c:pt>
                <c:pt idx="29">
                  <c:v>9</c:v>
                </c:pt>
                <c:pt idx="30">
                  <c:v>9</c:v>
                </c:pt>
                <c:pt idx="31">
                  <c:v>9</c:v>
                </c:pt>
                <c:pt idx="32">
                  <c:v>6</c:v>
                </c:pt>
                <c:pt idx="33">
                  <c:v>7</c:v>
                </c:pt>
                <c:pt idx="34">
                  <c:v>8</c:v>
                </c:pt>
                <c:pt idx="35">
                  <c:v>9</c:v>
                </c:pt>
                <c:pt idx="36">
                  <c:v>9</c:v>
                </c:pt>
                <c:pt idx="37">
                  <c:v>7</c:v>
                </c:pt>
                <c:pt idx="38">
                  <c:v>6</c:v>
                </c:pt>
                <c:pt idx="39">
                  <c:v>0</c:v>
                </c:pt>
                <c:pt idx="40">
                  <c:v>1</c:v>
                </c:pt>
                <c:pt idx="41">
                  <c:v>8</c:v>
                </c:pt>
                <c:pt idx="42">
                  <c:v>8</c:v>
                </c:pt>
                <c:pt idx="43">
                  <c:v>0</c:v>
                </c:pt>
                <c:pt idx="44">
                  <c:v>0</c:v>
                </c:pt>
                <c:pt idx="45">
                  <c:v>2</c:v>
                </c:pt>
                <c:pt idx="46">
                  <c:v>4</c:v>
                </c:pt>
                <c:pt idx="47">
                  <c:v>8</c:v>
                </c:pt>
                <c:pt idx="48">
                  <c:v>8</c:v>
                </c:pt>
                <c:pt idx="49">
                  <c:v>0</c:v>
                </c:pt>
                <c:pt idx="50">
                  <c:v>5</c:v>
                </c:pt>
                <c:pt idx="51">
                  <c:v>1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8</c:v>
                </c:pt>
                <c:pt idx="56">
                  <c:v>0</c:v>
                </c:pt>
                <c:pt idx="57">
                  <c:v>9</c:v>
                </c:pt>
                <c:pt idx="58">
                  <c:v>9</c:v>
                </c:pt>
                <c:pt idx="59">
                  <c:v>0</c:v>
                </c:pt>
                <c:pt idx="60">
                  <c:v>1</c:v>
                </c:pt>
                <c:pt idx="61">
                  <c:v>3</c:v>
                </c:pt>
                <c:pt idx="62">
                  <c:v>3</c:v>
                </c:pt>
                <c:pt idx="63">
                  <c:v>0</c:v>
                </c:pt>
                <c:pt idx="64">
                  <c:v>7</c:v>
                </c:pt>
                <c:pt idx="65">
                  <c:v>0</c:v>
                </c:pt>
                <c:pt idx="66">
                  <c:v>5</c:v>
                </c:pt>
                <c:pt idx="67">
                  <c:v>0</c:v>
                </c:pt>
                <c:pt idx="68">
                  <c:v>0</c:v>
                </c:pt>
                <c:pt idx="69">
                  <c:v>4</c:v>
                </c:pt>
                <c:pt idx="70">
                  <c:v>0</c:v>
                </c:pt>
                <c:pt idx="71">
                  <c:v>6</c:v>
                </c:pt>
                <c:pt idx="72">
                  <c:v>6</c:v>
                </c:pt>
                <c:pt idx="73">
                  <c:v>6</c:v>
                </c:pt>
                <c:pt idx="74">
                  <c:v>3</c:v>
                </c:pt>
                <c:pt idx="75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3-2</c:v>
                </c:pt>
              </c:strCache>
            </c:strRef>
          </c:tx>
          <c:spPr>
            <a:solidFill>
              <a:srgbClr val="5E6B7A"/>
            </a:solidFill>
            <a:ln w="15875" cap="flat">
              <a:solidFill>
                <a:srgbClr val="5E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7B1BC"/>
              </a:solidFill>
              <a:ln w="9525" cap="flat">
                <a:solidFill>
                  <a:srgbClr val="5E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Sheet1!$D$2:$D$78</c:f>
              <c:numCache>
                <c:formatCode>General</c:formatCode>
                <c:ptCount val="77"/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8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9</c:v>
                </c:pt>
                <c:pt idx="12">
                  <c:v>9</c:v>
                </c:pt>
                <c:pt idx="13">
                  <c:v>8</c:v>
                </c:pt>
                <c:pt idx="14">
                  <c:v>9</c:v>
                </c:pt>
                <c:pt idx="15">
                  <c:v>9</c:v>
                </c:pt>
                <c:pt idx="16">
                  <c:v>8</c:v>
                </c:pt>
                <c:pt idx="17">
                  <c:v>9</c:v>
                </c:pt>
                <c:pt idx="18">
                  <c:v>9</c:v>
                </c:pt>
                <c:pt idx="19">
                  <c:v>8</c:v>
                </c:pt>
                <c:pt idx="20">
                  <c:v>9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9</c:v>
                </c:pt>
                <c:pt idx="25">
                  <c:v>9</c:v>
                </c:pt>
                <c:pt idx="26">
                  <c:v>9</c:v>
                </c:pt>
                <c:pt idx="27">
                  <c:v>9</c:v>
                </c:pt>
                <c:pt idx="28">
                  <c:v>9</c:v>
                </c:pt>
                <c:pt idx="29">
                  <c:v>9</c:v>
                </c:pt>
                <c:pt idx="30">
                  <c:v>9</c:v>
                </c:pt>
                <c:pt idx="31">
                  <c:v>9</c:v>
                </c:pt>
                <c:pt idx="38">
                  <c:v>6</c:v>
                </c:pt>
                <c:pt idx="41">
                  <c:v>9</c:v>
                </c:pt>
                <c:pt idx="42">
                  <c:v>9</c:v>
                </c:pt>
                <c:pt idx="43">
                  <c:v>5</c:v>
                </c:pt>
                <c:pt idx="44">
                  <c:v>1</c:v>
                </c:pt>
                <c:pt idx="45">
                  <c:v>2</c:v>
                </c:pt>
                <c:pt idx="46">
                  <c:v>4</c:v>
                </c:pt>
                <c:pt idx="47">
                  <c:v>8</c:v>
                </c:pt>
                <c:pt idx="56">
                  <c:v>1</c:v>
                </c:pt>
                <c:pt idx="57">
                  <c:v>7</c:v>
                </c:pt>
                <c:pt idx="58">
                  <c:v>9</c:v>
                </c:pt>
                <c:pt idx="59">
                  <c:v>1</c:v>
                </c:pt>
                <c:pt idx="60">
                  <c:v>3</c:v>
                </c:pt>
                <c:pt idx="61">
                  <c:v>6</c:v>
                </c:pt>
                <c:pt idx="62">
                  <c:v>1</c:v>
                </c:pt>
                <c:pt idx="63">
                  <c:v>0</c:v>
                </c:pt>
                <c:pt idx="64">
                  <c:v>7</c:v>
                </c:pt>
                <c:pt idx="65">
                  <c:v>2</c:v>
                </c:pt>
                <c:pt idx="66">
                  <c:v>3</c:v>
                </c:pt>
                <c:pt idx="67">
                  <c:v>0</c:v>
                </c:pt>
                <c:pt idx="68">
                  <c:v>0</c:v>
                </c:pt>
                <c:pt idx="69">
                  <c:v>6</c:v>
                </c:pt>
                <c:pt idx="70">
                  <c:v>3</c:v>
                </c:pt>
                <c:pt idx="71">
                  <c:v>6</c:v>
                </c:pt>
                <c:pt idx="72">
                  <c:v>6</c:v>
                </c:pt>
                <c:pt idx="73">
                  <c:v>6</c:v>
                </c:pt>
                <c:pt idx="74">
                  <c:v>7</c:v>
                </c:pt>
                <c:pt idx="75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3-3</c:v>
                </c:pt>
              </c:strCache>
            </c:strRef>
          </c:tx>
          <c:spPr>
            <a:solidFill>
              <a:srgbClr val="A7B1BC"/>
            </a:solidFill>
            <a:ln w="15875" cap="flat">
              <a:solidFill>
                <a:srgbClr val="A7B1B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E6B7A"/>
              </a:solidFill>
              <a:ln w="9525" cap="flat">
                <a:solidFill>
                  <a:srgbClr val="A7B1B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Sheet1!$E$2:$E$78</c:f>
              <c:numCache>
                <c:formatCode>General</c:formatCode>
                <c:ptCount val="77"/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9</c:v>
                </c:pt>
                <c:pt idx="12">
                  <c:v>9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</c:v>
                </c:pt>
                <c:pt idx="17">
                  <c:v>9</c:v>
                </c:pt>
                <c:pt idx="18">
                  <c:v>9</c:v>
                </c:pt>
                <c:pt idx="19">
                  <c:v>8</c:v>
                </c:pt>
                <c:pt idx="20">
                  <c:v>9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7</c:v>
                </c:pt>
                <c:pt idx="25">
                  <c:v>9</c:v>
                </c:pt>
                <c:pt idx="26">
                  <c:v>8</c:v>
                </c:pt>
                <c:pt idx="27">
                  <c:v>9</c:v>
                </c:pt>
                <c:pt idx="28">
                  <c:v>9</c:v>
                </c:pt>
                <c:pt idx="29">
                  <c:v>9</c:v>
                </c:pt>
                <c:pt idx="30">
                  <c:v>9</c:v>
                </c:pt>
                <c:pt idx="31">
                  <c:v>9</c:v>
                </c:pt>
                <c:pt idx="32">
                  <c:v>9</c:v>
                </c:pt>
                <c:pt idx="33">
                  <c:v>8</c:v>
                </c:pt>
                <c:pt idx="34">
                  <c:v>8</c:v>
                </c:pt>
                <c:pt idx="35">
                  <c:v>9</c:v>
                </c:pt>
                <c:pt idx="36">
                  <c:v>9</c:v>
                </c:pt>
                <c:pt idx="37">
                  <c:v>9</c:v>
                </c:pt>
                <c:pt idx="38">
                  <c:v>9</c:v>
                </c:pt>
                <c:pt idx="39">
                  <c:v>9</c:v>
                </c:pt>
                <c:pt idx="40">
                  <c:v>7</c:v>
                </c:pt>
                <c:pt idx="41">
                  <c:v>9</c:v>
                </c:pt>
                <c:pt idx="42">
                  <c:v>8</c:v>
                </c:pt>
                <c:pt idx="43">
                  <c:v>4</c:v>
                </c:pt>
                <c:pt idx="44">
                  <c:v>5</c:v>
                </c:pt>
                <c:pt idx="45">
                  <c:v>4</c:v>
                </c:pt>
                <c:pt idx="46">
                  <c:v>6</c:v>
                </c:pt>
                <c:pt idx="47">
                  <c:v>8</c:v>
                </c:pt>
                <c:pt idx="48">
                  <c:v>8</c:v>
                </c:pt>
                <c:pt idx="49">
                  <c:v>0</c:v>
                </c:pt>
                <c:pt idx="50">
                  <c:v>6</c:v>
                </c:pt>
                <c:pt idx="51">
                  <c:v>8</c:v>
                </c:pt>
                <c:pt idx="52">
                  <c:v>8</c:v>
                </c:pt>
                <c:pt idx="53">
                  <c:v>5</c:v>
                </c:pt>
                <c:pt idx="54">
                  <c:v>1</c:v>
                </c:pt>
                <c:pt idx="55">
                  <c:v>9</c:v>
                </c:pt>
                <c:pt idx="56">
                  <c:v>4</c:v>
                </c:pt>
                <c:pt idx="57">
                  <c:v>9</c:v>
                </c:pt>
                <c:pt idx="58">
                  <c:v>8</c:v>
                </c:pt>
                <c:pt idx="59">
                  <c:v>5</c:v>
                </c:pt>
                <c:pt idx="60">
                  <c:v>8</c:v>
                </c:pt>
                <c:pt idx="61">
                  <c:v>6</c:v>
                </c:pt>
                <c:pt idx="62">
                  <c:v>0</c:v>
                </c:pt>
                <c:pt idx="63">
                  <c:v>0</c:v>
                </c:pt>
                <c:pt idx="64">
                  <c:v>8</c:v>
                </c:pt>
                <c:pt idx="65">
                  <c:v>1</c:v>
                </c:pt>
                <c:pt idx="66">
                  <c:v>3</c:v>
                </c:pt>
                <c:pt idx="67">
                  <c:v>1</c:v>
                </c:pt>
                <c:pt idx="68">
                  <c:v>3</c:v>
                </c:pt>
                <c:pt idx="69">
                  <c:v>8</c:v>
                </c:pt>
                <c:pt idx="70">
                  <c:v>4</c:v>
                </c:pt>
                <c:pt idx="71">
                  <c:v>2</c:v>
                </c:pt>
                <c:pt idx="72">
                  <c:v>8</c:v>
                </c:pt>
                <c:pt idx="73">
                  <c:v>9</c:v>
                </c:pt>
                <c:pt idx="74">
                  <c:v>7</c:v>
                </c:pt>
                <c:pt idx="75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72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土日祝</c:v>
                </c:pt>
              </c:strCache>
            </c:strRef>
          </c:tx>
          <c:spPr>
            <a:solidFill>
              <a:srgbClr val="E9EC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Sheet1!$B$2:$B$78</c:f>
              <c:numCache>
                <c:formatCode>General</c:formatCode>
                <c:ptCount val="77"/>
                <c:pt idx="3">
                  <c:v>9</c:v>
                </c:pt>
                <c:pt idx="4">
                  <c:v>9</c:v>
                </c:pt>
                <c:pt idx="10">
                  <c:v>9</c:v>
                </c:pt>
                <c:pt idx="11">
                  <c:v>9</c:v>
                </c:pt>
                <c:pt idx="13">
                  <c:v>9</c:v>
                </c:pt>
                <c:pt idx="17">
                  <c:v>9</c:v>
                </c:pt>
                <c:pt idx="18">
                  <c:v>9</c:v>
                </c:pt>
                <c:pt idx="24">
                  <c:v>9</c:v>
                </c:pt>
                <c:pt idx="25">
                  <c:v>9</c:v>
                </c:pt>
                <c:pt idx="31">
                  <c:v>9</c:v>
                </c:pt>
                <c:pt idx="32">
                  <c:v>9</c:v>
                </c:pt>
                <c:pt idx="38">
                  <c:v>9</c:v>
                </c:pt>
                <c:pt idx="39">
                  <c:v>9</c:v>
                </c:pt>
                <c:pt idx="45">
                  <c:v>9</c:v>
                </c:pt>
                <c:pt idx="46">
                  <c:v>9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</c:v>
                </c:pt>
                <c:pt idx="59">
                  <c:v>9</c:v>
                </c:pt>
                <c:pt idx="60">
                  <c:v>9</c:v>
                </c:pt>
                <c:pt idx="66">
                  <c:v>9</c:v>
                </c:pt>
                <c:pt idx="67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8-1</c:v>
                </c:pt>
              </c:strCache>
            </c:strRef>
          </c:tx>
          <c:spPr>
            <a:solidFill>
              <a:srgbClr val="00786E"/>
            </a:solidFill>
            <a:ln w="15875" cap="flat">
              <a:solidFill>
                <a:srgbClr val="0078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1B8AA"/>
              </a:solidFill>
              <a:ln w="9525" cap="flat">
                <a:solidFill>
                  <a:srgbClr val="0078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Sheet1!$C$2:$C$78</c:f>
              <c:numCache>
                <c:formatCode>General</c:formatCode>
                <c:ptCount val="77"/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9</c:v>
                </c:pt>
                <c:pt idx="5">
                  <c:v>7</c:v>
                </c:pt>
                <c:pt idx="6">
                  <c:v>6</c:v>
                </c:pt>
                <c:pt idx="7">
                  <c:v>3</c:v>
                </c:pt>
                <c:pt idx="8">
                  <c:v>8</c:v>
                </c:pt>
                <c:pt idx="9">
                  <c:v>8</c:v>
                </c:pt>
                <c:pt idx="10">
                  <c:v>6</c:v>
                </c:pt>
                <c:pt idx="11">
                  <c:v>4</c:v>
                </c:pt>
                <c:pt idx="12">
                  <c:v>7</c:v>
                </c:pt>
                <c:pt idx="13">
                  <c:v>0</c:v>
                </c:pt>
                <c:pt idx="14">
                  <c:v>8</c:v>
                </c:pt>
                <c:pt idx="15">
                  <c:v>3</c:v>
                </c:pt>
                <c:pt idx="16">
                  <c:v>3</c:v>
                </c:pt>
                <c:pt idx="17">
                  <c:v>1</c:v>
                </c:pt>
                <c:pt idx="18">
                  <c:v>0</c:v>
                </c:pt>
                <c:pt idx="19">
                  <c:v>8</c:v>
                </c:pt>
                <c:pt idx="20">
                  <c:v>7</c:v>
                </c:pt>
                <c:pt idx="21">
                  <c:v>8</c:v>
                </c:pt>
                <c:pt idx="22">
                  <c:v>8</c:v>
                </c:pt>
                <c:pt idx="23">
                  <c:v>8</c:v>
                </c:pt>
                <c:pt idx="24">
                  <c:v>4</c:v>
                </c:pt>
                <c:pt idx="25">
                  <c:v>5</c:v>
                </c:pt>
                <c:pt idx="26">
                  <c:v>9</c:v>
                </c:pt>
                <c:pt idx="27">
                  <c:v>9</c:v>
                </c:pt>
                <c:pt idx="28">
                  <c:v>9</c:v>
                </c:pt>
                <c:pt idx="29">
                  <c:v>6</c:v>
                </c:pt>
                <c:pt idx="30">
                  <c:v>5</c:v>
                </c:pt>
                <c:pt idx="31">
                  <c:v>0</c:v>
                </c:pt>
                <c:pt idx="32">
                  <c:v>5</c:v>
                </c:pt>
                <c:pt idx="33">
                  <c:v>6</c:v>
                </c:pt>
                <c:pt idx="34">
                  <c:v>5</c:v>
                </c:pt>
                <c:pt idx="35">
                  <c:v>6</c:v>
                </c:pt>
                <c:pt idx="36">
                  <c:v>5</c:v>
                </c:pt>
                <c:pt idx="37">
                  <c:v>4</c:v>
                </c:pt>
                <c:pt idx="38">
                  <c:v>0</c:v>
                </c:pt>
                <c:pt idx="39">
                  <c:v>0</c:v>
                </c:pt>
                <c:pt idx="40">
                  <c:v>5</c:v>
                </c:pt>
                <c:pt idx="41">
                  <c:v>7</c:v>
                </c:pt>
                <c:pt idx="42">
                  <c:v>6</c:v>
                </c:pt>
                <c:pt idx="43">
                  <c:v>1</c:v>
                </c:pt>
                <c:pt idx="44">
                  <c:v>0</c:v>
                </c:pt>
                <c:pt idx="45">
                  <c:v>3</c:v>
                </c:pt>
                <c:pt idx="46">
                  <c:v>1</c:v>
                </c:pt>
                <c:pt idx="47">
                  <c:v>7</c:v>
                </c:pt>
                <c:pt idx="48">
                  <c:v>7</c:v>
                </c:pt>
                <c:pt idx="49">
                  <c:v>0</c:v>
                </c:pt>
                <c:pt idx="50">
                  <c:v>4</c:v>
                </c:pt>
                <c:pt idx="51">
                  <c:v>3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5</c:v>
                </c:pt>
                <c:pt idx="56">
                  <c:v>0</c:v>
                </c:pt>
                <c:pt idx="57">
                  <c:v>7</c:v>
                </c:pt>
                <c:pt idx="58">
                  <c:v>8</c:v>
                </c:pt>
                <c:pt idx="59">
                  <c:v>0</c:v>
                </c:pt>
                <c:pt idx="60">
                  <c:v>0</c:v>
                </c:pt>
                <c:pt idx="61">
                  <c:v>4</c:v>
                </c:pt>
                <c:pt idx="62">
                  <c:v>2</c:v>
                </c:pt>
                <c:pt idx="63">
                  <c:v>0</c:v>
                </c:pt>
                <c:pt idx="64">
                  <c:v>9</c:v>
                </c:pt>
                <c:pt idx="65">
                  <c:v>0</c:v>
                </c:pt>
                <c:pt idx="66">
                  <c:v>4</c:v>
                </c:pt>
                <c:pt idx="67">
                  <c:v>3</c:v>
                </c:pt>
                <c:pt idx="68">
                  <c:v>0</c:v>
                </c:pt>
                <c:pt idx="69">
                  <c:v>3</c:v>
                </c:pt>
                <c:pt idx="70">
                  <c:v>2</c:v>
                </c:pt>
                <c:pt idx="71">
                  <c:v>7</c:v>
                </c:pt>
                <c:pt idx="72">
                  <c:v>7</c:v>
                </c:pt>
                <c:pt idx="73">
                  <c:v>7</c:v>
                </c:pt>
                <c:pt idx="74">
                  <c:v>7</c:v>
                </c:pt>
                <c:pt idx="75">
                  <c:v>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8-2</c:v>
                </c:pt>
              </c:strCache>
            </c:strRef>
          </c:tx>
          <c:spPr>
            <a:solidFill>
              <a:srgbClr val="01B8AA"/>
            </a:solidFill>
            <a:ln w="15875" cap="flat">
              <a:solidFill>
                <a:srgbClr val="01B8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D8CE"/>
              </a:solidFill>
              <a:ln w="9525" cap="flat">
                <a:solidFill>
                  <a:srgbClr val="01B8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Sheet1!$D$2:$D$78</c:f>
              <c:numCache>
                <c:formatCode>General</c:formatCode>
                <c:ptCount val="77"/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2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9</c:v>
                </c:pt>
                <c:pt idx="9">
                  <c:v>9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31">
                  <c:v>1</c:v>
                </c:pt>
                <c:pt idx="32">
                  <c:v>3</c:v>
                </c:pt>
                <c:pt idx="33">
                  <c:v>9</c:v>
                </c:pt>
                <c:pt idx="34">
                  <c:v>9</c:v>
                </c:pt>
                <c:pt idx="35">
                  <c:v>9</c:v>
                </c:pt>
                <c:pt idx="36">
                  <c:v>8</c:v>
                </c:pt>
                <c:pt idx="37">
                  <c:v>8</c:v>
                </c:pt>
                <c:pt idx="38">
                  <c:v>5</c:v>
                </c:pt>
                <c:pt idx="39">
                  <c:v>0</c:v>
                </c:pt>
                <c:pt idx="40">
                  <c:v>7</c:v>
                </c:pt>
                <c:pt idx="41">
                  <c:v>9</c:v>
                </c:pt>
                <c:pt idx="42">
                  <c:v>7</c:v>
                </c:pt>
                <c:pt idx="43">
                  <c:v>3</c:v>
                </c:pt>
                <c:pt idx="44">
                  <c:v>1</c:v>
                </c:pt>
                <c:pt idx="45">
                  <c:v>0</c:v>
                </c:pt>
                <c:pt idx="46">
                  <c:v>3</c:v>
                </c:pt>
                <c:pt idx="47">
                  <c:v>8</c:v>
                </c:pt>
                <c:pt idx="48">
                  <c:v>9</c:v>
                </c:pt>
                <c:pt idx="49">
                  <c:v>0</c:v>
                </c:pt>
                <c:pt idx="50">
                  <c:v>8</c:v>
                </c:pt>
                <c:pt idx="51">
                  <c:v>9</c:v>
                </c:pt>
                <c:pt idx="52">
                  <c:v>2</c:v>
                </c:pt>
                <c:pt idx="53">
                  <c:v>0</c:v>
                </c:pt>
                <c:pt idx="54">
                  <c:v>0</c:v>
                </c:pt>
                <c:pt idx="55">
                  <c:v>5</c:v>
                </c:pt>
                <c:pt idx="56">
                  <c:v>0</c:v>
                </c:pt>
                <c:pt idx="57">
                  <c:v>9</c:v>
                </c:pt>
                <c:pt idx="58">
                  <c:v>7</c:v>
                </c:pt>
                <c:pt idx="59">
                  <c:v>0</c:v>
                </c:pt>
                <c:pt idx="60">
                  <c:v>1</c:v>
                </c:pt>
                <c:pt idx="61">
                  <c:v>6</c:v>
                </c:pt>
                <c:pt idx="62">
                  <c:v>3</c:v>
                </c:pt>
                <c:pt idx="63">
                  <c:v>1</c:v>
                </c:pt>
                <c:pt idx="64">
                  <c:v>9</c:v>
                </c:pt>
                <c:pt idx="65">
                  <c:v>3</c:v>
                </c:pt>
                <c:pt idx="66">
                  <c:v>3</c:v>
                </c:pt>
                <c:pt idx="67">
                  <c:v>1</c:v>
                </c:pt>
                <c:pt idx="68">
                  <c:v>2</c:v>
                </c:pt>
                <c:pt idx="69">
                  <c:v>8</c:v>
                </c:pt>
                <c:pt idx="70">
                  <c:v>5</c:v>
                </c:pt>
                <c:pt idx="71">
                  <c:v>7</c:v>
                </c:pt>
                <c:pt idx="72">
                  <c:v>7</c:v>
                </c:pt>
                <c:pt idx="73">
                  <c:v>6</c:v>
                </c:pt>
                <c:pt idx="74">
                  <c:v>6</c:v>
                </c:pt>
                <c:pt idx="75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8-3</c:v>
                </c:pt>
              </c:strCache>
            </c:strRef>
          </c:tx>
          <c:spPr>
            <a:solidFill>
              <a:srgbClr val="7FD8CE"/>
            </a:solidFill>
            <a:ln w="15875" cap="flat">
              <a:solidFill>
                <a:srgbClr val="7FD8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D8CE"/>
              </a:solidFill>
              <a:ln w="9525" cap="flat">
                <a:solidFill>
                  <a:srgbClr val="7FD8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Sheet1!$E$2:$E$78</c:f>
              <c:numCache>
                <c:formatCode>General</c:formatCode>
                <c:ptCount val="77"/>
                <c:pt idx="1">
                  <c:v>8</c:v>
                </c:pt>
                <c:pt idx="2">
                  <c:v>8</c:v>
                </c:pt>
                <c:pt idx="3">
                  <c:v>4</c:v>
                </c:pt>
                <c:pt idx="4">
                  <c:v>0</c:v>
                </c:pt>
                <c:pt idx="5">
                  <c:v>8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4</c:v>
                </c:pt>
                <c:pt idx="11">
                  <c:v>0</c:v>
                </c:pt>
                <c:pt idx="12">
                  <c:v>7</c:v>
                </c:pt>
                <c:pt idx="13">
                  <c:v>2</c:v>
                </c:pt>
                <c:pt idx="14">
                  <c:v>7</c:v>
                </c:pt>
                <c:pt idx="15">
                  <c:v>8</c:v>
                </c:pt>
                <c:pt idx="16">
                  <c:v>4</c:v>
                </c:pt>
                <c:pt idx="17">
                  <c:v>0</c:v>
                </c:pt>
                <c:pt idx="18">
                  <c:v>0</c:v>
                </c:pt>
                <c:pt idx="19">
                  <c:v>7</c:v>
                </c:pt>
                <c:pt idx="20">
                  <c:v>9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2</c:v>
                </c:pt>
                <c:pt idx="25">
                  <c:v>3</c:v>
                </c:pt>
                <c:pt idx="26">
                  <c:v>8</c:v>
                </c:pt>
                <c:pt idx="27">
                  <c:v>8</c:v>
                </c:pt>
                <c:pt idx="28">
                  <c:v>8</c:v>
                </c:pt>
                <c:pt idx="29">
                  <c:v>8</c:v>
                </c:pt>
                <c:pt idx="30">
                  <c:v>7</c:v>
                </c:pt>
                <c:pt idx="31">
                  <c:v>4</c:v>
                </c:pt>
                <c:pt idx="32">
                  <c:v>3</c:v>
                </c:pt>
                <c:pt idx="33">
                  <c:v>6</c:v>
                </c:pt>
                <c:pt idx="34">
                  <c:v>8</c:v>
                </c:pt>
                <c:pt idx="35">
                  <c:v>7</c:v>
                </c:pt>
                <c:pt idx="36">
                  <c:v>6</c:v>
                </c:pt>
                <c:pt idx="37">
                  <c:v>5</c:v>
                </c:pt>
                <c:pt idx="38">
                  <c:v>5</c:v>
                </c:pt>
                <c:pt idx="39">
                  <c:v>0</c:v>
                </c:pt>
                <c:pt idx="40">
                  <c:v>6</c:v>
                </c:pt>
                <c:pt idx="41">
                  <c:v>7</c:v>
                </c:pt>
                <c:pt idx="42">
                  <c:v>6</c:v>
                </c:pt>
                <c:pt idx="43">
                  <c:v>9</c:v>
                </c:pt>
                <c:pt idx="44">
                  <c:v>9</c:v>
                </c:pt>
                <c:pt idx="45">
                  <c:v>3</c:v>
                </c:pt>
                <c:pt idx="46">
                  <c:v>1</c:v>
                </c:pt>
                <c:pt idx="47">
                  <c:v>5</c:v>
                </c:pt>
                <c:pt idx="48">
                  <c:v>6</c:v>
                </c:pt>
                <c:pt idx="49">
                  <c:v>7</c:v>
                </c:pt>
                <c:pt idx="50">
                  <c:v>7</c:v>
                </c:pt>
                <c:pt idx="51">
                  <c:v>8</c:v>
                </c:pt>
                <c:pt idx="52">
                  <c:v>4</c:v>
                </c:pt>
                <c:pt idx="53">
                  <c:v>0</c:v>
                </c:pt>
                <c:pt idx="54">
                  <c:v>0</c:v>
                </c:pt>
                <c:pt idx="55">
                  <c:v>4</c:v>
                </c:pt>
                <c:pt idx="56">
                  <c:v>1</c:v>
                </c:pt>
                <c:pt idx="57">
                  <c:v>9</c:v>
                </c:pt>
                <c:pt idx="58">
                  <c:v>9</c:v>
                </c:pt>
                <c:pt idx="59">
                  <c:v>2</c:v>
                </c:pt>
                <c:pt idx="60">
                  <c:v>1</c:v>
                </c:pt>
                <c:pt idx="61">
                  <c:v>5</c:v>
                </c:pt>
                <c:pt idx="62">
                  <c:v>0</c:v>
                </c:pt>
                <c:pt idx="63">
                  <c:v>8</c:v>
                </c:pt>
                <c:pt idx="64">
                  <c:v>8</c:v>
                </c:pt>
                <c:pt idx="65">
                  <c:v>4</c:v>
                </c:pt>
                <c:pt idx="66">
                  <c:v>3</c:v>
                </c:pt>
                <c:pt idx="67">
                  <c:v>6</c:v>
                </c:pt>
                <c:pt idx="68">
                  <c:v>4</c:v>
                </c:pt>
                <c:pt idx="69">
                  <c:v>7</c:v>
                </c:pt>
                <c:pt idx="70">
                  <c:v>6</c:v>
                </c:pt>
                <c:pt idx="71">
                  <c:v>6</c:v>
                </c:pt>
                <c:pt idx="72">
                  <c:v>7</c:v>
                </c:pt>
                <c:pt idx="73">
                  <c:v>6</c:v>
                </c:pt>
                <c:pt idx="74">
                  <c:v>3</c:v>
                </c:pt>
                <c:pt idx="75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72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土日祝</c:v>
                </c:pt>
              </c:strCache>
            </c:strRef>
          </c:tx>
          <c:spPr>
            <a:solidFill>
              <a:srgbClr val="E9EC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Sheet1!$B$2:$B$78</c:f>
              <c:numCache>
                <c:formatCode>General</c:formatCode>
                <c:ptCount val="77"/>
                <c:pt idx="3">
                  <c:v>9</c:v>
                </c:pt>
                <c:pt idx="4">
                  <c:v>9</c:v>
                </c:pt>
                <c:pt idx="10">
                  <c:v>9</c:v>
                </c:pt>
                <c:pt idx="11">
                  <c:v>9</c:v>
                </c:pt>
                <c:pt idx="13">
                  <c:v>9</c:v>
                </c:pt>
                <c:pt idx="17">
                  <c:v>9</c:v>
                </c:pt>
                <c:pt idx="18">
                  <c:v>9</c:v>
                </c:pt>
                <c:pt idx="24">
                  <c:v>9</c:v>
                </c:pt>
                <c:pt idx="25">
                  <c:v>9</c:v>
                </c:pt>
                <c:pt idx="31">
                  <c:v>9</c:v>
                </c:pt>
                <c:pt idx="32">
                  <c:v>9</c:v>
                </c:pt>
                <c:pt idx="38">
                  <c:v>9</c:v>
                </c:pt>
                <c:pt idx="39">
                  <c:v>9</c:v>
                </c:pt>
                <c:pt idx="45">
                  <c:v>9</c:v>
                </c:pt>
                <c:pt idx="46">
                  <c:v>9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</c:v>
                </c:pt>
                <c:pt idx="59">
                  <c:v>9</c:v>
                </c:pt>
                <c:pt idx="60">
                  <c:v>9</c:v>
                </c:pt>
                <c:pt idx="66">
                  <c:v>9</c:v>
                </c:pt>
                <c:pt idx="67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11-1</c:v>
                </c:pt>
              </c:strCache>
            </c:strRef>
          </c:tx>
          <c:spPr>
            <a:solidFill>
              <a:srgbClr val="0B5CAD"/>
            </a:solidFill>
            <a:ln w="15875" cap="flat">
              <a:solidFill>
                <a:srgbClr val="0B5C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8DFF"/>
              </a:solidFill>
              <a:ln w="9525" cap="flat">
                <a:solidFill>
                  <a:srgbClr val="0B5C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Sheet1!$C$2:$C$78</c:f>
              <c:numCache>
                <c:formatCode>General</c:formatCode>
                <c:ptCount val="77"/>
                <c:pt idx="1">
                  <c:v>8</c:v>
                </c:pt>
                <c:pt idx="2">
                  <c:v>6</c:v>
                </c:pt>
                <c:pt idx="3">
                  <c:v>7</c:v>
                </c:pt>
                <c:pt idx="4">
                  <c:v>7</c:v>
                </c:pt>
                <c:pt idx="5">
                  <c:v>5</c:v>
                </c:pt>
                <c:pt idx="6">
                  <c:v>5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1</c:v>
                </c:pt>
                <c:pt idx="12">
                  <c:v>8</c:v>
                </c:pt>
                <c:pt idx="13">
                  <c:v>3</c:v>
                </c:pt>
                <c:pt idx="14">
                  <c:v>6</c:v>
                </c:pt>
                <c:pt idx="15">
                  <c:v>4</c:v>
                </c:pt>
                <c:pt idx="16">
                  <c:v>5</c:v>
                </c:pt>
                <c:pt idx="17">
                  <c:v>5</c:v>
                </c:pt>
                <c:pt idx="18">
                  <c:v>9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5</c:v>
                </c:pt>
                <c:pt idx="25">
                  <c:v>3</c:v>
                </c:pt>
                <c:pt idx="26">
                  <c:v>9</c:v>
                </c:pt>
                <c:pt idx="27">
                  <c:v>9</c:v>
                </c:pt>
                <c:pt idx="28">
                  <c:v>8</c:v>
                </c:pt>
                <c:pt idx="29">
                  <c:v>8</c:v>
                </c:pt>
                <c:pt idx="30">
                  <c:v>8</c:v>
                </c:pt>
                <c:pt idx="31">
                  <c:v>1</c:v>
                </c:pt>
                <c:pt idx="32">
                  <c:v>5</c:v>
                </c:pt>
                <c:pt idx="33">
                  <c:v>4</c:v>
                </c:pt>
                <c:pt idx="34">
                  <c:v>4</c:v>
                </c:pt>
                <c:pt idx="35">
                  <c:v>7</c:v>
                </c:pt>
                <c:pt idx="36">
                  <c:v>5</c:v>
                </c:pt>
                <c:pt idx="37">
                  <c:v>3</c:v>
                </c:pt>
                <c:pt idx="38">
                  <c:v>5</c:v>
                </c:pt>
                <c:pt idx="39">
                  <c:v>0</c:v>
                </c:pt>
                <c:pt idx="40">
                  <c:v>3</c:v>
                </c:pt>
                <c:pt idx="41">
                  <c:v>7</c:v>
                </c:pt>
                <c:pt idx="42">
                  <c:v>3</c:v>
                </c:pt>
                <c:pt idx="43">
                  <c:v>4</c:v>
                </c:pt>
                <c:pt idx="44">
                  <c:v>3</c:v>
                </c:pt>
                <c:pt idx="45">
                  <c:v>5</c:v>
                </c:pt>
                <c:pt idx="46">
                  <c:v>8</c:v>
                </c:pt>
                <c:pt idx="47">
                  <c:v>6</c:v>
                </c:pt>
                <c:pt idx="65">
                  <c:v>2</c:v>
                </c:pt>
                <c:pt idx="66">
                  <c:v>3</c:v>
                </c:pt>
                <c:pt idx="67">
                  <c:v>4</c:v>
                </c:pt>
                <c:pt idx="68">
                  <c:v>6</c:v>
                </c:pt>
                <c:pt idx="69">
                  <c:v>5</c:v>
                </c:pt>
                <c:pt idx="70">
                  <c:v>4</c:v>
                </c:pt>
                <c:pt idx="71">
                  <c:v>8</c:v>
                </c:pt>
                <c:pt idx="72">
                  <c:v>5</c:v>
                </c:pt>
                <c:pt idx="73">
                  <c:v>6</c:v>
                </c:pt>
                <c:pt idx="74">
                  <c:v>7</c:v>
                </c:pt>
                <c:pt idx="75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11-2</c:v>
                </c:pt>
              </c:strCache>
            </c:strRef>
          </c:tx>
          <c:spPr>
            <a:solidFill>
              <a:srgbClr val="118DFF"/>
            </a:solidFill>
            <a:ln w="15875" cap="flat">
              <a:solidFill>
                <a:srgbClr val="118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C4FF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Sheet1!$D$2:$D$78</c:f>
              <c:numCache>
                <c:formatCode>General</c:formatCode>
                <c:ptCount val="77"/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9</c:v>
                </c:pt>
                <c:pt idx="6">
                  <c:v>7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6</c:v>
                </c:pt>
                <c:pt idx="11">
                  <c:v>7</c:v>
                </c:pt>
                <c:pt idx="12">
                  <c:v>7</c:v>
                </c:pt>
                <c:pt idx="13">
                  <c:v>2</c:v>
                </c:pt>
                <c:pt idx="14">
                  <c:v>9</c:v>
                </c:pt>
                <c:pt idx="15">
                  <c:v>6</c:v>
                </c:pt>
                <c:pt idx="16">
                  <c:v>5</c:v>
                </c:pt>
                <c:pt idx="17">
                  <c:v>1</c:v>
                </c:pt>
                <c:pt idx="18">
                  <c:v>1</c:v>
                </c:pt>
                <c:pt idx="19">
                  <c:v>8</c:v>
                </c:pt>
                <c:pt idx="20">
                  <c:v>7</c:v>
                </c:pt>
                <c:pt idx="21">
                  <c:v>8</c:v>
                </c:pt>
                <c:pt idx="22">
                  <c:v>8</c:v>
                </c:pt>
                <c:pt idx="23">
                  <c:v>8</c:v>
                </c:pt>
                <c:pt idx="24">
                  <c:v>3</c:v>
                </c:pt>
                <c:pt idx="25">
                  <c:v>3</c:v>
                </c:pt>
                <c:pt idx="26">
                  <c:v>8</c:v>
                </c:pt>
                <c:pt idx="27">
                  <c:v>9</c:v>
                </c:pt>
                <c:pt idx="28">
                  <c:v>9</c:v>
                </c:pt>
                <c:pt idx="29">
                  <c:v>7</c:v>
                </c:pt>
                <c:pt idx="30">
                  <c:v>9</c:v>
                </c:pt>
                <c:pt idx="31">
                  <c:v>0</c:v>
                </c:pt>
                <c:pt idx="32">
                  <c:v>3</c:v>
                </c:pt>
                <c:pt idx="33">
                  <c:v>8</c:v>
                </c:pt>
                <c:pt idx="34">
                  <c:v>8</c:v>
                </c:pt>
                <c:pt idx="35">
                  <c:v>7</c:v>
                </c:pt>
                <c:pt idx="36">
                  <c:v>8</c:v>
                </c:pt>
                <c:pt idx="37">
                  <c:v>6</c:v>
                </c:pt>
                <c:pt idx="38">
                  <c:v>2</c:v>
                </c:pt>
                <c:pt idx="39">
                  <c:v>0</c:v>
                </c:pt>
                <c:pt idx="40">
                  <c:v>0</c:v>
                </c:pt>
                <c:pt idx="41">
                  <c:v>6</c:v>
                </c:pt>
                <c:pt idx="42">
                  <c:v>5</c:v>
                </c:pt>
                <c:pt idx="43">
                  <c:v>8</c:v>
                </c:pt>
                <c:pt idx="44">
                  <c:v>4</c:v>
                </c:pt>
                <c:pt idx="45">
                  <c:v>3</c:v>
                </c:pt>
                <c:pt idx="46">
                  <c:v>3</c:v>
                </c:pt>
                <c:pt idx="47">
                  <c:v>8</c:v>
                </c:pt>
                <c:pt idx="65">
                  <c:v>2</c:v>
                </c:pt>
                <c:pt idx="66">
                  <c:v>4</c:v>
                </c:pt>
                <c:pt idx="67">
                  <c:v>5</c:v>
                </c:pt>
                <c:pt idx="68">
                  <c:v>7</c:v>
                </c:pt>
                <c:pt idx="69">
                  <c:v>9</c:v>
                </c:pt>
                <c:pt idx="70">
                  <c:v>7</c:v>
                </c:pt>
                <c:pt idx="71">
                  <c:v>9</c:v>
                </c:pt>
                <c:pt idx="72">
                  <c:v>8</c:v>
                </c:pt>
                <c:pt idx="73">
                  <c:v>7</c:v>
                </c:pt>
                <c:pt idx="74">
                  <c:v>7</c:v>
                </c:pt>
                <c:pt idx="75">
                  <c:v>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11-3</c:v>
                </c:pt>
              </c:strCache>
            </c:strRef>
          </c:tx>
          <c:spPr>
            <a:solidFill>
              <a:srgbClr val="8CC4FF"/>
            </a:solidFill>
            <a:ln w="15875" cap="flat">
              <a:solidFill>
                <a:srgbClr val="8CC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8DFF"/>
              </a:solidFill>
              <a:ln w="9525" cap="flat">
                <a:solidFill>
                  <a:srgbClr val="8CC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Sheet1!$E$2:$E$78</c:f>
              <c:numCache>
                <c:formatCode>General</c:formatCode>
                <c:ptCount val="77"/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6</c:v>
                </c:pt>
                <c:pt idx="12">
                  <c:v>8</c:v>
                </c:pt>
                <c:pt idx="13">
                  <c:v>6</c:v>
                </c:pt>
                <c:pt idx="14">
                  <c:v>8</c:v>
                </c:pt>
                <c:pt idx="15">
                  <c:v>8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5</c:v>
                </c:pt>
                <c:pt idx="20">
                  <c:v>9</c:v>
                </c:pt>
                <c:pt idx="21">
                  <c:v>8</c:v>
                </c:pt>
                <c:pt idx="22">
                  <c:v>7</c:v>
                </c:pt>
                <c:pt idx="23">
                  <c:v>9</c:v>
                </c:pt>
                <c:pt idx="24">
                  <c:v>8</c:v>
                </c:pt>
                <c:pt idx="25">
                  <c:v>9</c:v>
                </c:pt>
                <c:pt idx="26">
                  <c:v>9</c:v>
                </c:pt>
                <c:pt idx="27">
                  <c:v>8</c:v>
                </c:pt>
                <c:pt idx="28">
                  <c:v>9</c:v>
                </c:pt>
                <c:pt idx="29">
                  <c:v>8</c:v>
                </c:pt>
                <c:pt idx="30">
                  <c:v>9</c:v>
                </c:pt>
                <c:pt idx="31">
                  <c:v>8</c:v>
                </c:pt>
                <c:pt idx="32">
                  <c:v>7</c:v>
                </c:pt>
                <c:pt idx="33">
                  <c:v>6</c:v>
                </c:pt>
                <c:pt idx="34">
                  <c:v>7</c:v>
                </c:pt>
                <c:pt idx="35">
                  <c:v>7</c:v>
                </c:pt>
                <c:pt idx="36">
                  <c:v>9</c:v>
                </c:pt>
                <c:pt idx="37">
                  <c:v>8</c:v>
                </c:pt>
                <c:pt idx="38">
                  <c:v>9</c:v>
                </c:pt>
                <c:pt idx="39">
                  <c:v>6</c:v>
                </c:pt>
                <c:pt idx="40">
                  <c:v>8</c:v>
                </c:pt>
                <c:pt idx="41">
                  <c:v>7</c:v>
                </c:pt>
                <c:pt idx="42">
                  <c:v>5</c:v>
                </c:pt>
                <c:pt idx="43">
                  <c:v>9</c:v>
                </c:pt>
                <c:pt idx="44">
                  <c:v>9</c:v>
                </c:pt>
                <c:pt idx="45">
                  <c:v>9</c:v>
                </c:pt>
                <c:pt idx="46">
                  <c:v>4</c:v>
                </c:pt>
                <c:pt idx="47">
                  <c:v>5</c:v>
                </c:pt>
                <c:pt idx="65">
                  <c:v>2</c:v>
                </c:pt>
                <c:pt idx="66">
                  <c:v>6</c:v>
                </c:pt>
                <c:pt idx="67">
                  <c:v>4</c:v>
                </c:pt>
                <c:pt idx="68">
                  <c:v>3</c:v>
                </c:pt>
                <c:pt idx="69">
                  <c:v>6</c:v>
                </c:pt>
                <c:pt idx="70">
                  <c:v>7</c:v>
                </c:pt>
                <c:pt idx="71">
                  <c:v>8</c:v>
                </c:pt>
                <c:pt idx="72">
                  <c:v>7</c:v>
                </c:pt>
                <c:pt idx="73">
                  <c:v>6</c:v>
                </c:pt>
                <c:pt idx="74">
                  <c:v>6</c:v>
                </c:pt>
                <c:pt idx="75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72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土日祝</c:v>
                </c:pt>
              </c:strCache>
            </c:strRef>
          </c:tx>
          <c:spPr>
            <a:solidFill>
              <a:srgbClr val="E9EC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Sheet1!$B$2:$B$78</c:f>
              <c:numCache>
                <c:formatCode>General</c:formatCode>
                <c:ptCount val="77"/>
                <c:pt idx="3">
                  <c:v>9</c:v>
                </c:pt>
                <c:pt idx="4">
                  <c:v>9</c:v>
                </c:pt>
                <c:pt idx="10">
                  <c:v>9</c:v>
                </c:pt>
                <c:pt idx="11">
                  <c:v>9</c:v>
                </c:pt>
                <c:pt idx="13">
                  <c:v>9</c:v>
                </c:pt>
                <c:pt idx="17">
                  <c:v>9</c:v>
                </c:pt>
                <c:pt idx="18">
                  <c:v>9</c:v>
                </c:pt>
                <c:pt idx="24">
                  <c:v>9</c:v>
                </c:pt>
                <c:pt idx="25">
                  <c:v>9</c:v>
                </c:pt>
                <c:pt idx="31">
                  <c:v>9</c:v>
                </c:pt>
                <c:pt idx="32">
                  <c:v>9</c:v>
                </c:pt>
                <c:pt idx="38">
                  <c:v>9</c:v>
                </c:pt>
                <c:pt idx="39">
                  <c:v>9</c:v>
                </c:pt>
                <c:pt idx="45">
                  <c:v>9</c:v>
                </c:pt>
                <c:pt idx="46">
                  <c:v>9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</c:v>
                </c:pt>
                <c:pt idx="59">
                  <c:v>9</c:v>
                </c:pt>
                <c:pt idx="60">
                  <c:v>9</c:v>
                </c:pt>
                <c:pt idx="66">
                  <c:v>9</c:v>
                </c:pt>
                <c:pt idx="67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列8（3組の平均）</c:v>
                </c:pt>
              </c:strCache>
            </c:strRef>
          </c:tx>
          <c:spPr>
            <a:solidFill>
              <a:srgbClr val="01B8AA"/>
            </a:solidFill>
            <a:ln w="22225" cap="flat">
              <a:solidFill>
                <a:srgbClr val="01B8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8DFF"/>
              </a:solidFill>
              <a:ln w="9525" cap="flat">
                <a:solidFill>
                  <a:srgbClr val="01B8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Sheet1!$C$2:$C$78</c:f>
              <c:numCache>
                <c:formatCode>General</c:formatCode>
                <c:ptCount val="77"/>
                <c:pt idx="1">
                  <c:v>8.33</c:v>
                </c:pt>
                <c:pt idx="2">
                  <c:v>7.33</c:v>
                </c:pt>
                <c:pt idx="5">
                  <c:v>8</c:v>
                </c:pt>
                <c:pt idx="6">
                  <c:v>6.67</c:v>
                </c:pt>
                <c:pt idx="7">
                  <c:v>5.33</c:v>
                </c:pt>
                <c:pt idx="8">
                  <c:v>8</c:v>
                </c:pt>
                <c:pt idx="9">
                  <c:v>8.33</c:v>
                </c:pt>
                <c:pt idx="12">
                  <c:v>4.67</c:v>
                </c:pt>
                <c:pt idx="14">
                  <c:v>5</c:v>
                </c:pt>
                <c:pt idx="15">
                  <c:v>3.67</c:v>
                </c:pt>
                <c:pt idx="16">
                  <c:v>3.5</c:v>
                </c:pt>
                <c:pt idx="19">
                  <c:v>6.5</c:v>
                </c:pt>
                <c:pt idx="20">
                  <c:v>8</c:v>
                </c:pt>
                <c:pt idx="21">
                  <c:v>7.5</c:v>
                </c:pt>
                <c:pt idx="22">
                  <c:v>7.5</c:v>
                </c:pt>
                <c:pt idx="23">
                  <c:v>7.5</c:v>
                </c:pt>
                <c:pt idx="26">
                  <c:v>8</c:v>
                </c:pt>
                <c:pt idx="27">
                  <c:v>8.5</c:v>
                </c:pt>
                <c:pt idx="28">
                  <c:v>8.5</c:v>
                </c:pt>
                <c:pt idx="29">
                  <c:v>7</c:v>
                </c:pt>
                <c:pt idx="30">
                  <c:v>6</c:v>
                </c:pt>
                <c:pt idx="33">
                  <c:v>4.5</c:v>
                </c:pt>
                <c:pt idx="34">
                  <c:v>5.5</c:v>
                </c:pt>
                <c:pt idx="35">
                  <c:v>6.5</c:v>
                </c:pt>
                <c:pt idx="36">
                  <c:v>5.5</c:v>
                </c:pt>
                <c:pt idx="37">
                  <c:v>3.5</c:v>
                </c:pt>
                <c:pt idx="40">
                  <c:v>2.5</c:v>
                </c:pt>
                <c:pt idx="41">
                  <c:v>7.33</c:v>
                </c:pt>
                <c:pt idx="42">
                  <c:v>6</c:v>
                </c:pt>
                <c:pt idx="43">
                  <c:v>2</c:v>
                </c:pt>
                <c:pt idx="44">
                  <c:v>1.67</c:v>
                </c:pt>
                <c:pt idx="47">
                  <c:v>6.33</c:v>
                </c:pt>
                <c:pt idx="48">
                  <c:v>6</c:v>
                </c:pt>
                <c:pt idx="49">
                  <c:v>0</c:v>
                </c:pt>
                <c:pt idx="50">
                  <c:v>3.5</c:v>
                </c:pt>
                <c:pt idx="51">
                  <c:v>3.5</c:v>
                </c:pt>
                <c:pt idx="57">
                  <c:v>7.67</c:v>
                </c:pt>
                <c:pt idx="58">
                  <c:v>7.67</c:v>
                </c:pt>
                <c:pt idx="61">
                  <c:v>3.33</c:v>
                </c:pt>
                <c:pt idx="62">
                  <c:v>0.33</c:v>
                </c:pt>
                <c:pt idx="63">
                  <c:v>0</c:v>
                </c:pt>
                <c:pt idx="64">
                  <c:v>7</c:v>
                </c:pt>
                <c:pt idx="65">
                  <c:v>1</c:v>
                </c:pt>
                <c:pt idx="68">
                  <c:v>1</c:v>
                </c:pt>
                <c:pt idx="69">
                  <c:v>4.33</c:v>
                </c:pt>
                <c:pt idx="70">
                  <c:v>1.67</c:v>
                </c:pt>
                <c:pt idx="71">
                  <c:v>4.33</c:v>
                </c:pt>
                <c:pt idx="72">
                  <c:v>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列11（3組の平均）</c:v>
                </c:pt>
              </c:strCache>
            </c:strRef>
          </c:tx>
          <c:spPr>
            <a:solidFill>
              <a:srgbClr val="118DFF"/>
            </a:solidFill>
            <a:ln w="22225" cap="flat">
              <a:solidFill>
                <a:srgbClr val="118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1B8AA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Sheet1!$A$2:$A$78</c:f>
              <c:multiLvlStrCache>
                <c:ptCount val="77"/>
                <c:lvl>
                  <c:pt idx="0">
                    <c:v>7/29</c:v>
                  </c:pt>
                  <c:pt idx="1">
                    <c:v>7/30</c:v>
                  </c:pt>
                  <c:pt idx="2">
                    <c:v>7/31</c:v>
                  </c:pt>
                  <c:pt idx="3">
                    <c:v>8/1</c:v>
                  </c:pt>
                  <c:pt idx="4">
                    <c:v>8/2</c:v>
                  </c:pt>
                  <c:pt idx="5">
                    <c:v>8/3</c:v>
                  </c:pt>
                  <c:pt idx="6">
                    <c:v>8/4</c:v>
                  </c:pt>
                  <c:pt idx="7">
                    <c:v>8/5</c:v>
                  </c:pt>
                  <c:pt idx="8">
                    <c:v>8/6</c:v>
                  </c:pt>
                  <c:pt idx="9">
                    <c:v>8/7</c:v>
                  </c:pt>
                  <c:pt idx="10">
                    <c:v>8/8</c:v>
                  </c:pt>
                  <c:pt idx="11">
                    <c:v>8/9</c:v>
                  </c:pt>
                  <c:pt idx="12">
                    <c:v>8/10</c:v>
                  </c:pt>
                  <c:pt idx="13">
                    <c:v>8/11</c:v>
                  </c:pt>
                  <c:pt idx="14">
                    <c:v>8/12</c:v>
                  </c:pt>
                  <c:pt idx="15">
                    <c:v>8/13</c:v>
                  </c:pt>
                  <c:pt idx="16">
                    <c:v>8/14</c:v>
                  </c:pt>
                  <c:pt idx="17">
                    <c:v>8/15</c:v>
                  </c:pt>
                  <c:pt idx="18">
                    <c:v>8/16</c:v>
                  </c:pt>
                  <c:pt idx="19">
                    <c:v>8/17</c:v>
                  </c:pt>
                  <c:pt idx="20">
                    <c:v>8/18</c:v>
                  </c:pt>
                  <c:pt idx="21">
                    <c:v>8/19</c:v>
                  </c:pt>
                  <c:pt idx="22">
                    <c:v>8/20</c:v>
                  </c:pt>
                  <c:pt idx="23">
                    <c:v>8/21</c:v>
                  </c:pt>
                  <c:pt idx="24">
                    <c:v>8/22</c:v>
                  </c:pt>
                  <c:pt idx="25">
                    <c:v>8/23</c:v>
                  </c:pt>
                  <c:pt idx="26">
                    <c:v>8/24</c:v>
                  </c:pt>
                  <c:pt idx="27">
                    <c:v>8/25</c:v>
                  </c:pt>
                  <c:pt idx="28">
                    <c:v>8/26</c:v>
                  </c:pt>
                  <c:pt idx="29">
                    <c:v>8/27</c:v>
                  </c:pt>
                  <c:pt idx="30">
                    <c:v>8/28</c:v>
                  </c:pt>
                  <c:pt idx="31">
                    <c:v>8/29</c:v>
                  </c:pt>
                  <c:pt idx="32">
                    <c:v>8/30</c:v>
                  </c:pt>
                  <c:pt idx="33">
                    <c:v>8/31</c:v>
                  </c:pt>
                  <c:pt idx="34">
                    <c:v>9/1</c:v>
                  </c:pt>
                  <c:pt idx="35">
                    <c:v>9/2</c:v>
                  </c:pt>
                  <c:pt idx="36">
                    <c:v>9/3</c:v>
                  </c:pt>
                  <c:pt idx="37">
                    <c:v>9/4</c:v>
                  </c:pt>
                  <c:pt idx="38">
                    <c:v>9/5</c:v>
                  </c:pt>
                  <c:pt idx="39">
                    <c:v>9/6</c:v>
                  </c:pt>
                  <c:pt idx="40">
                    <c:v>9/7</c:v>
                  </c:pt>
                  <c:pt idx="41">
                    <c:v>9/8</c:v>
                  </c:pt>
                  <c:pt idx="42">
                    <c:v>9/9</c:v>
                  </c:pt>
                  <c:pt idx="43">
                    <c:v>9/10</c:v>
                  </c:pt>
                  <c:pt idx="44">
                    <c:v>9/11</c:v>
                  </c:pt>
                  <c:pt idx="45">
                    <c:v>9/12</c:v>
                  </c:pt>
                  <c:pt idx="46">
                    <c:v>9/13</c:v>
                  </c:pt>
                  <c:pt idx="47">
                    <c:v>9/14</c:v>
                  </c:pt>
                  <c:pt idx="48">
                    <c:v>9/15</c:v>
                  </c:pt>
                  <c:pt idx="49">
                    <c:v>9/16</c:v>
                  </c:pt>
                  <c:pt idx="50">
                    <c:v>9/17</c:v>
                  </c:pt>
                  <c:pt idx="51">
                    <c:v>9/18</c:v>
                  </c:pt>
                  <c:pt idx="52">
                    <c:v>9/19</c:v>
                  </c:pt>
                  <c:pt idx="53">
                    <c:v>9/20</c:v>
                  </c:pt>
                  <c:pt idx="54">
                    <c:v>9/21</c:v>
                  </c:pt>
                  <c:pt idx="55">
                    <c:v>9/22</c:v>
                  </c:pt>
                  <c:pt idx="56">
                    <c:v>9/23</c:v>
                  </c:pt>
                  <c:pt idx="57">
                    <c:v>9/24</c:v>
                  </c:pt>
                  <c:pt idx="58">
                    <c:v>9/25</c:v>
                  </c:pt>
                  <c:pt idx="59">
                    <c:v>9/26</c:v>
                  </c:pt>
                  <c:pt idx="60">
                    <c:v>9/27</c:v>
                  </c:pt>
                  <c:pt idx="61">
                    <c:v>9/28</c:v>
                  </c:pt>
                  <c:pt idx="62">
                    <c:v>9/29</c:v>
                  </c:pt>
                  <c:pt idx="63">
                    <c:v>9/30</c:v>
                  </c:pt>
                  <c:pt idx="64">
                    <c:v>10/1</c:v>
                  </c:pt>
                  <c:pt idx="65">
                    <c:v>10/2</c:v>
                  </c:pt>
                  <c:pt idx="66">
                    <c:v>10/3</c:v>
                  </c:pt>
                  <c:pt idx="67">
                    <c:v>10/4</c:v>
                  </c:pt>
                  <c:pt idx="68">
                    <c:v>10/5</c:v>
                  </c:pt>
                  <c:pt idx="69">
                    <c:v>10/6</c:v>
                  </c:pt>
                  <c:pt idx="70">
                    <c:v>10/7</c:v>
                  </c:pt>
                  <c:pt idx="71">
                    <c:v>10/8</c:v>
                  </c:pt>
                  <c:pt idx="72">
                    <c:v>10/9</c:v>
                  </c:pt>
                  <c:pt idx="73">
                    <c:v>10/10</c:v>
                  </c:pt>
                  <c:pt idx="74">
                    <c:v>10/11</c:v>
                  </c:pt>
                  <c:pt idx="75">
                    <c:v>10/12</c:v>
                  </c:pt>
                  <c:pt idx="76">
                    <c:v>10/13</c:v>
                  </c:pt>
                </c:lvl>
              </c:multiLvlStrCache>
            </c:multiLvlStrRef>
          </c:cat>
          <c:val>
            <c:numRef>
              <c:f>Sheet1!$D$2:$D$78</c:f>
              <c:numCache>
                <c:formatCode>General</c:formatCode>
                <c:ptCount val="77"/>
                <c:pt idx="1">
                  <c:v>8</c:v>
                </c:pt>
                <c:pt idx="2">
                  <c:v>7.67</c:v>
                </c:pt>
                <c:pt idx="5">
                  <c:v>7</c:v>
                </c:pt>
                <c:pt idx="6">
                  <c:v>5.67</c:v>
                </c:pt>
                <c:pt idx="7">
                  <c:v>6.33</c:v>
                </c:pt>
                <c:pt idx="8">
                  <c:v>7.33</c:v>
                </c:pt>
                <c:pt idx="9">
                  <c:v>7.67</c:v>
                </c:pt>
                <c:pt idx="12">
                  <c:v>7.67</c:v>
                </c:pt>
                <c:pt idx="14">
                  <c:v>7.67</c:v>
                </c:pt>
                <c:pt idx="15">
                  <c:v>6</c:v>
                </c:pt>
                <c:pt idx="16">
                  <c:v>5.33</c:v>
                </c:pt>
                <c:pt idx="19">
                  <c:v>5.67</c:v>
                </c:pt>
                <c:pt idx="20">
                  <c:v>7.67</c:v>
                </c:pt>
                <c:pt idx="21">
                  <c:v>7.67</c:v>
                </c:pt>
                <c:pt idx="22">
                  <c:v>7.33</c:v>
                </c:pt>
                <c:pt idx="23">
                  <c:v>8</c:v>
                </c:pt>
                <c:pt idx="26">
                  <c:v>8.33</c:v>
                </c:pt>
                <c:pt idx="27">
                  <c:v>8.67</c:v>
                </c:pt>
                <c:pt idx="28">
                  <c:v>8.67</c:v>
                </c:pt>
                <c:pt idx="29">
                  <c:v>7.67</c:v>
                </c:pt>
                <c:pt idx="30">
                  <c:v>8.67</c:v>
                </c:pt>
                <c:pt idx="33">
                  <c:v>4.5</c:v>
                </c:pt>
                <c:pt idx="34">
                  <c:v>4.5</c:v>
                </c:pt>
                <c:pt idx="35">
                  <c:v>7</c:v>
                </c:pt>
                <c:pt idx="36">
                  <c:v>7</c:v>
                </c:pt>
                <c:pt idx="37">
                  <c:v>5</c:v>
                </c:pt>
                <c:pt idx="40">
                  <c:v>3.5</c:v>
                </c:pt>
                <c:pt idx="41">
                  <c:v>6.33</c:v>
                </c:pt>
                <c:pt idx="42">
                  <c:v>4</c:v>
                </c:pt>
                <c:pt idx="43">
                  <c:v>3</c:v>
                </c:pt>
                <c:pt idx="44">
                  <c:v>2</c:v>
                </c:pt>
                <c:pt idx="47">
                  <c:v>6.33</c:v>
                </c:pt>
                <c:pt idx="65">
                  <c:v>0.67</c:v>
                </c:pt>
                <c:pt idx="68">
                  <c:v>0.67</c:v>
                </c:pt>
                <c:pt idx="69">
                  <c:v>4.33</c:v>
                </c:pt>
                <c:pt idx="70">
                  <c:v>2</c:v>
                </c:pt>
                <c:pt idx="71">
                  <c:v>4.67</c:v>
                </c:pt>
                <c:pt idx="72">
                  <c:v>5.67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5E6B7A"/>
                    </a:solidFill>
                    <a:latin typeface="+mn-lt"/>
                  </a:defRPr>
                </a:pPr>
                <a:r>
                  <a:rPr sz="800" b="0" i="0" u="none" strike="noStrike">
                    <a:solidFill>
                      <a:srgbClr val="5E6B7A"/>
                    </a:solidFill>
                    <a:latin typeface="+mn-lt"/>
                  </a:rPr>
                  <a:t>時間（9時間中）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172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灰色の帯は土日祝。線が途切れている日は、判定できた時間が7時間未満の日（8-2・3-2の排気温度の欠測、列11のデータなし（9/15〜10/1）、7/29、10/13）。列の値は、その日に値がある室外機だけで平均した。平日の平均は8月＝7/30〜8/31、9月前半＝9/1〜9/15、9月後半＝9/16〜9/30、10月＝10/1〜10/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縦軸は9時間中の「運転」の時間（0〜9時間）。灰色の帯は土日祝。8-2は8/8〜8/14に日中も停止、8/14〜8/28は排気温度の欠測。3-2は8/30〜9/7、9/14〜9/22ごろに排気温度の欠測。列11は9/15〜10/1のデータがない。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「なし」は列11のデータがない期間（9/15〜10/1）。7時間以上の平日＝日中平均を使う分析（9時間中7時間以上）の対象になる日。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73152" cy="45765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屋上芋緑化｜2026年実測｜分析結果（暫定）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室外機の稼働時間の推移（日中9〜18時）</a:t>
            </a:r>
            <a:endParaRPr lang="en-US" sz="2000" dirty="0"/>
          </a:p>
        </p:txBody>
      </p:sp>
      <p:sp>
        <p:nvSpPr>
          <p:cNvPr id="3" name="区分の背景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区分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前提</a:t>
            </a:r>
            <a:endParaRPr lang="en-US" sz="1100" dirty="0"/>
          </a:p>
        </p:txBody>
      </p:sp>
      <p:sp>
        <p:nvSpPr>
          <p:cNvPr id="5" name="目的"/>
          <p:cNvSpPr txBox="1"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目的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研究に使える時間（室外機が運転している時間）が、7/29以降どう変わったかを見る</a:t>
            </a:r>
            <a:endParaRPr lang="en-US" sz="1200" dirty="0"/>
          </a:p>
        </p:txBody>
      </p:sp>
      <p:sp>
        <p:nvSpPr>
          <p:cNvPr id="6" name="方法"/>
          <p:cNvSpPr txBox="1"/>
          <p:nvPr/>
        </p:nvSpPr>
        <p:spPr>
          <a:xfrm>
            <a:off x="365760" y="9509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方法　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1時間ごとに「運転」（排気温度−吸気温度が1.0℃以上の分が8割以上）かを判定し、9〜18時の9時間のうち「運転」の時間を日ごとに数えた。各列3台の平均</a:t>
            </a:r>
            <a:endParaRPr lang="en-US" sz="1000" dirty="0"/>
          </a:p>
        </p:txBody>
      </p:sp>
      <p:graphicFrame>
        <p:nvGraphicFramePr>
          <p:cNvPr id="7" name="列ごとの稼働時間" descr=""/>
          <p:cNvGraphicFramePr/>
          <p:nvPr/>
        </p:nvGraphicFramePr>
        <p:xfrm>
          <a:off x="365760" y="1298448"/>
          <a:ext cx="841248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期間別の平均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77056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平日の平均［時間］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8月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9月前半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9月後半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10月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7A"/>
                          </a:solidFill>
                        </a:rPr>
                        <a:t>列3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8.8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6.9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4.2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4.1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1B8AA"/>
                          </a:solidFill>
                        </a:rPr>
                        <a:t>列8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7.0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6.2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5.2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5.3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8DFF"/>
                          </a:solidFill>
                        </a:rPr>
                        <a:t>列11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7.4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6.0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データなし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5.8</a:t>
                      </a:r>
                      <a:endParaRPr lang="en-US" sz="9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読み取りの背景"/>
          <p:cNvSpPr/>
          <p:nvPr/>
        </p:nvSpPr>
        <p:spPr>
          <a:xfrm>
            <a:off x="5349240" y="3877056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</p:sp>
      <p:sp>
        <p:nvSpPr>
          <p:cNvPr id="10" name="読み取り"/>
          <p:cNvSpPr txBox="1"/>
          <p:nvPr/>
        </p:nvSpPr>
        <p:spPr>
          <a:xfrm>
            <a:off x="5458968" y="3922776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</a:rPr>
              <a:t>読み取り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9月後半から短くなった。10月の平日は8月と比べ、列3は約半分（8.8→4.1時間）、列8・列11は約2割短い（7.0→5.3、7.4→5.8時間）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室外機ごとの稼働時間（日中9〜18時）</a:t>
            </a:r>
            <a:endParaRPr lang="en-US" sz="2000" dirty="0"/>
          </a:p>
        </p:txBody>
      </p:sp>
      <p:sp>
        <p:nvSpPr>
          <p:cNvPr id="3" name="区分の背景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区分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前提</a:t>
            </a:r>
            <a:endParaRPr lang="en-US" sz="1100" dirty="0"/>
          </a:p>
        </p:txBody>
      </p:sp>
      <p:sp>
        <p:nvSpPr>
          <p:cNvPr id="5" name="目的"/>
          <p:cNvSpPr txBox="1"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目的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どの室外機の稼働時間が、いつから減ったかを見る</a:t>
            </a:r>
            <a:endParaRPr lang="en-US" sz="1200" dirty="0"/>
          </a:p>
        </p:txBody>
      </p:sp>
      <p:sp>
        <p:nvSpPr>
          <p:cNvPr id="6" name="方法"/>
          <p:cNvSpPr txBox="1"/>
          <p:nvPr/>
        </p:nvSpPr>
        <p:spPr>
          <a:xfrm>
            <a:off x="365760" y="9509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方法　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9〜18時の9時間のうち「運転」の時間（判定は1枚目と同じ）。判定できた時間が7時間未満の日は空欄にした（線が途切れる）</a:t>
            </a:r>
            <a:endParaRPr lang="en-US" sz="1000" dirty="0"/>
          </a:p>
        </p:txBody>
      </p:sp>
      <p:sp>
        <p:nvSpPr>
          <p:cNvPr id="7" name="見出し 列3（芋緑化なし）"/>
          <p:cNvSpPr txBox="1"/>
          <p:nvPr/>
        </p:nvSpPr>
        <p:spPr>
          <a:xfrm>
            <a:off x="365760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列3（芋緑化なし）</a:t>
            </a:r>
            <a:endParaRPr lang="en-US" sz="950" dirty="0"/>
          </a:p>
        </p:txBody>
      </p:sp>
      <p:graphicFrame>
        <p:nvGraphicFramePr>
          <p:cNvPr id="8" name="列3（芋緑化なし）" descr=""/>
          <p:cNvGraphicFramePr/>
          <p:nvPr/>
        </p:nvGraphicFramePr>
        <p:xfrm>
          <a:off x="365760" y="1463040"/>
          <a:ext cx="8412480" cy="8595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見出し 列8（芋緑化あり・中央）"/>
          <p:cNvSpPr txBox="1"/>
          <p:nvPr/>
        </p:nvSpPr>
        <p:spPr>
          <a:xfrm>
            <a:off x="365760" y="23957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列8（芋緑化あり・中央）</a:t>
            </a:r>
            <a:endParaRPr lang="en-US" sz="950" dirty="0"/>
          </a:p>
        </p:txBody>
      </p:sp>
      <p:graphicFrame>
        <p:nvGraphicFramePr>
          <p:cNvPr id="10" name="列8（芋緑化あり・中央）" descr=""/>
          <p:cNvGraphicFramePr/>
          <p:nvPr/>
        </p:nvGraphicFramePr>
        <p:xfrm>
          <a:off x="365760" y="2560320"/>
          <a:ext cx="8412480" cy="8595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見出し 列11（芋緑化あり・外側）"/>
          <p:cNvSpPr txBox="1"/>
          <p:nvPr/>
        </p:nvSpPr>
        <p:spPr>
          <a:xfrm>
            <a:off x="365760" y="34930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列11（芋緑化あり・外側）</a:t>
            </a:r>
            <a:endParaRPr lang="en-US" sz="950" dirty="0"/>
          </a:p>
        </p:txBody>
      </p:sp>
      <p:graphicFrame>
        <p:nvGraphicFramePr>
          <p:cNvPr id="12" name="列11（芋緑化あり・外側）" descr=""/>
          <p:cNvGraphicFramePr/>
          <p:nvPr/>
        </p:nvGraphicFramePr>
        <p:xfrm>
          <a:off x="365760" y="3657600"/>
          <a:ext cx="841248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365760" y="73152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研究に使える時間の推移（平日、日中9〜18時）</a:t>
            </a:r>
            <a:endParaRPr lang="en-US" sz="2000" dirty="0"/>
          </a:p>
        </p:txBody>
      </p:sp>
      <p:sp>
        <p:nvSpPr>
          <p:cNvPr id="3" name="区分の背景"/>
          <p:cNvSpPr/>
          <p:nvPr/>
        </p:nvSpPr>
        <p:spPr>
          <a:xfrm>
            <a:off x="7726680" y="1554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区分"/>
          <p:cNvSpPr txBox="1"/>
          <p:nvPr/>
        </p:nvSpPr>
        <p:spPr>
          <a:xfrm>
            <a:off x="7726680" y="155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前提</a:t>
            </a:r>
            <a:endParaRPr lang="en-US" sz="1100" dirty="0"/>
          </a:p>
        </p:txBody>
      </p:sp>
      <p:sp>
        <p:nvSpPr>
          <p:cNvPr id="5" name="目的"/>
          <p:cNvSpPr txBox="1"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目的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比べる2台がともに運転していて、分析に使える時間がどう変わったかを見る</a:t>
            </a:r>
            <a:endParaRPr lang="en-US" sz="1200" dirty="0"/>
          </a:p>
        </p:txBody>
      </p:sp>
      <p:sp>
        <p:nvSpPr>
          <p:cNvPr id="6" name="方法"/>
          <p:cNvSpPr txBox="1"/>
          <p:nvPr/>
        </p:nvSpPr>
        <p:spPr>
          <a:xfrm>
            <a:off x="365760" y="9509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方法　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組（芋緑化ありの室外機と、同じ区画の列3）の2台がともに「運転」の時間を、平日だけ日ごとに数えた。列8・列11は3組の平均。土日祝は分析に使わない</a:t>
            </a:r>
            <a:endParaRPr lang="en-US" sz="1000" dirty="0"/>
          </a:p>
        </p:txBody>
      </p:sp>
      <p:graphicFrame>
        <p:nvGraphicFramePr>
          <p:cNvPr id="7" name="研究に使える時間" descr=""/>
          <p:cNvGraphicFramePr/>
          <p:nvPr/>
        </p:nvGraphicFramePr>
        <p:xfrm>
          <a:off x="365760" y="1316736"/>
          <a:ext cx="8412480" cy="1883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組ごとの期間別の平均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73552"/>
          <a:ext cx="5760720" cy="914400"/>
        </p:xfrm>
        <a:graphic>
          <a:graphicData uri="http://schemas.openxmlformats.org/drawingml/2006/table">
            <a:tbl>
              <a:tblPr/>
              <a:tblGrid>
                <a:gridCol w="969264"/>
                <a:gridCol w="598932"/>
                <a:gridCol w="598932"/>
                <a:gridCol w="598932"/>
                <a:gridCol w="598932"/>
                <a:gridCol w="598932"/>
                <a:gridCol w="598932"/>
                <a:gridCol w="598932"/>
                <a:gridCol w="598932"/>
              </a:tblGrid>
              <a:tr h="171907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組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平日の平均［時間］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7時間以上の平日［日間］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190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8月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9月前半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9月後半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10月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8月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9月前半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9月後半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10月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54F"/>
                    </a:solidFill>
                  </a:tcPr>
                </a:tc>
              </a:tr>
              <a:tr h="1719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</a:rPr>
                        <a:t>8-1と3-1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6.6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3.9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2.8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2.7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</a:rPr>
                        <a:t>8-2と3-2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5.9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5.0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3.6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4.1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</a:rPr>
                        <a:t>8-3と3-3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7.1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5.5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3.9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4.0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18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</a:rPr>
                        <a:t>11-1と3-1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6.6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3.3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なし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2.2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なし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</a:rPr>
                        <a:t>11-2と3-2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7.5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5.0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なし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3.7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なし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2033"/>
                          </a:solidFill>
                        </a:rPr>
                        <a:t>11-3と3-3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7.7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6.1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なし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3.2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19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なし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読み取りの背景"/>
          <p:cNvSpPr/>
          <p:nvPr/>
        </p:nvSpPr>
        <p:spPr>
          <a:xfrm>
            <a:off x="6263640" y="3273552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7D1"/>
          </a:solidFill>
          <a:ln w="12700">
            <a:solidFill>
              <a:srgbClr val="FFF7D1"/>
            </a:solidFill>
            <a:prstDash val="solid"/>
          </a:ln>
        </p:spPr>
      </p:sp>
      <p:sp>
        <p:nvSpPr>
          <p:cNvPr id="10" name="読み取り"/>
          <p:cNvSpPr txBox="1"/>
          <p:nvPr/>
        </p:nvSpPr>
        <p:spPr>
          <a:xfrm>
            <a:off x="6373368" y="3319272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</a:rPr>
              <a:t>読み取り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2台とも運転している時間は、8月の平日は1日6.7〜7.2時間（3組平均）、10月は3.0〜3.6時間。日中平均の基準（7時間以上）を満たす日は、10月は各組0〜1日間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屋上芋緑化">
  <a:themeElements>
    <a:clrScheme name="屋上芋緑化">
      <a:dk1>
        <a:srgbClr val="172033"/>
      </a:dk1>
      <a:lt1>
        <a:srgbClr val="FFFFFF"/>
      </a:lt1>
      <a:dk2>
        <a:srgbClr val="22354F"/>
      </a:dk2>
      <a:lt2>
        <a:srgbClr val="F3F5F8"/>
      </a:lt2>
      <a:accent1>
        <a:srgbClr val="01B8AA"/>
      </a:accent1>
      <a:accent2>
        <a:srgbClr val="118DFF"/>
      </a:accent2>
      <a:accent3>
        <a:srgbClr val="E66C64"/>
      </a:accent3>
      <a:accent4>
        <a:srgbClr val="ED7D31"/>
      </a:accent4>
      <a:accent5>
        <a:srgbClr val="8E5BC4"/>
      </a:accent5>
      <a:accent6>
        <a:srgbClr val="5E6B7A"/>
      </a:accent6>
      <a:hlink>
        <a:srgbClr val="118DFF"/>
      </a:hlink>
      <a:folHlink>
        <a:srgbClr val="8E5BC4"/>
      </a:folHlink>
    </a:clrScheme>
    <a:fontScheme name="屋上芋緑化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室外機の稼働時間の推移</dc:title>
  <dc:subject>PptxGenJS Presentation</dc:subject>
  <dc:creator>PptxGenJS</dc:creator>
  <cp:lastModifiedBy>PptxGenJS</cp:lastModifiedBy>
  <cp:revision>1</cp:revision>
  <dcterms:created xsi:type="dcterms:W3CDTF">2026-10-15T08:40:28Z</dcterms:created>
  <dcterms:modified xsi:type="dcterms:W3CDTF">2026-10-15T08:40:28Z</dcterms:modified>
</cp:coreProperties>
</file>